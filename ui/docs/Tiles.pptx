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0" r:id="rId4"/>
    <p:sldId id="264" r:id="rId5"/>
    <p:sldId id="258" r:id="rId6"/>
    <p:sldId id="261" r:id="rId7"/>
    <p:sldId id="259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7E287F"/>
    <a:srgbClr val="FF52FF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36"/>
    <p:restoredTop sz="94664"/>
  </p:normalViewPr>
  <p:slideViewPr>
    <p:cSldViewPr snapToGrid="0">
      <p:cViewPr varScale="1">
        <p:scale>
          <a:sx n="146" d="100"/>
          <a:sy n="146" d="100"/>
        </p:scale>
        <p:origin x="184" y="2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D5609-1730-904A-B815-DF633E0B123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432D0-B394-C346-AAC1-BB230118B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297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432D0-B394-C346-AAC1-BB230118BB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2523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00150" y="95690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1774318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055164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336010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1788919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1737996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2971603"/>
            <a:ext cx="1636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</a:t>
            </a:r>
            <a:r>
              <a:rPr lang="en-US" b="1" dirty="0"/>
              <a:t>A.V.E.F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52057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MEA, Expected, Assigned)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28156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770D74-0530-7A05-5244-670C08A7B339}"/>
              </a:ext>
            </a:extLst>
          </p:cNvPr>
          <p:cNvSpPr txBox="1"/>
          <p:nvPr/>
        </p:nvSpPr>
        <p:spPr>
          <a:xfrm>
            <a:off x="5321345" y="2838543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Assigned &gt; Vectors &gt; Expected &gt; Filed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509B2-51B9-E62B-58EC-24994E54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8F419-4E68-FCC4-AB48-A20933D3269F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0E80B-FCDD-5AEC-CD01-EBAC1F462594}"/>
              </a:ext>
            </a:extLst>
          </p:cNvPr>
          <p:cNvSpPr txBox="1"/>
          <p:nvPr/>
        </p:nvSpPr>
        <p:spPr>
          <a:xfrm>
            <a:off x="4306981" y="1574905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Crew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CCF43-7299-08CA-21E3-ADBD5E353F97}"/>
              </a:ext>
            </a:extLst>
          </p:cNvPr>
          <p:cNvSpPr txBox="1"/>
          <p:nvPr/>
        </p:nvSpPr>
        <p:spPr>
          <a:xfrm>
            <a:off x="3463594" y="2561043"/>
            <a:ext cx="90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FL250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57A32-59F8-2AF7-411A-90833F0F95B6}"/>
              </a:ext>
            </a:extLst>
          </p:cNvPr>
          <p:cNvSpPr txBox="1"/>
          <p:nvPr/>
        </p:nvSpPr>
        <p:spPr>
          <a:xfrm>
            <a:off x="6103340" y="1573468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Pax</a:t>
            </a:r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B6D1B314-D93C-EEF9-D30B-321FD65D2B93}"/>
              </a:ext>
            </a:extLst>
          </p:cNvPr>
          <p:cNvSpPr/>
          <p:nvPr/>
        </p:nvSpPr>
        <p:spPr>
          <a:xfrm>
            <a:off x="6766975" y="3697778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861D6-6AD5-94A7-1B65-CC5190C38E44}"/>
              </a:ext>
            </a:extLst>
          </p:cNvPr>
          <p:cNvSpPr txBox="1"/>
          <p:nvPr/>
        </p:nvSpPr>
        <p:spPr>
          <a:xfrm>
            <a:off x="3546350" y="1582391"/>
            <a:ext cx="884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 (ft)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27E44-4873-6EAC-A83E-5CB55C410D85}"/>
              </a:ext>
            </a:extLst>
          </p:cNvPr>
          <p:cNvCxnSpPr>
            <a:cxnSpLocks/>
          </p:cNvCxnSpPr>
          <p:nvPr/>
        </p:nvCxnSpPr>
        <p:spPr>
          <a:xfrm flipH="1">
            <a:off x="6081977" y="1539600"/>
            <a:ext cx="5322" cy="43827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CBD4F66-6061-B651-9356-B552A39DF82F}"/>
              </a:ext>
            </a:extLst>
          </p:cNvPr>
          <p:cNvSpPr txBox="1"/>
          <p:nvPr/>
        </p:nvSpPr>
        <p:spPr>
          <a:xfrm>
            <a:off x="4323915" y="2023852"/>
            <a:ext cx="3584732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Additional 10min for all occupants</a:t>
            </a:r>
          </a:p>
        </p:txBody>
      </p:sp>
      <p:sp>
        <p:nvSpPr>
          <p:cNvPr id="44" name="&quot;No&quot; Symbol 43">
            <a:extLst>
              <a:ext uri="{FF2B5EF4-FFF2-40B4-BE49-F238E27FC236}">
                <a16:creationId xmlns:a16="http://schemas.microsoft.com/office/drawing/2014/main" id="{EE34A09A-6AC1-39A5-3502-1AD5B34719EC}"/>
              </a:ext>
            </a:extLst>
          </p:cNvPr>
          <p:cNvSpPr/>
          <p:nvPr/>
        </p:nvSpPr>
        <p:spPr>
          <a:xfrm>
            <a:off x="6766975" y="4466161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&quot;No&quot; Symbol 44">
            <a:extLst>
              <a:ext uri="{FF2B5EF4-FFF2-40B4-BE49-F238E27FC236}">
                <a16:creationId xmlns:a16="http://schemas.microsoft.com/office/drawing/2014/main" id="{FD4CF258-A231-815C-708A-E61DBBFFFDB3}"/>
              </a:ext>
            </a:extLst>
          </p:cNvPr>
          <p:cNvSpPr/>
          <p:nvPr/>
        </p:nvSpPr>
        <p:spPr>
          <a:xfrm>
            <a:off x="6766975" y="5271563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&quot;No&quot; Symbol 45">
            <a:extLst>
              <a:ext uri="{FF2B5EF4-FFF2-40B4-BE49-F238E27FC236}">
                <a16:creationId xmlns:a16="http://schemas.microsoft.com/office/drawing/2014/main" id="{2319DCC1-153E-460A-6B63-7BFF2B37EEAD}"/>
              </a:ext>
            </a:extLst>
          </p:cNvPr>
          <p:cNvSpPr/>
          <p:nvPr/>
        </p:nvSpPr>
        <p:spPr>
          <a:xfrm>
            <a:off x="4951633" y="5299345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194789-0004-4936-F3FA-ED1CFEF5DED6}"/>
              </a:ext>
            </a:extLst>
          </p:cNvPr>
          <p:cNvSpPr txBox="1"/>
          <p:nvPr/>
        </p:nvSpPr>
        <p:spPr>
          <a:xfrm>
            <a:off x="4399359" y="429975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&gt;30min?</a:t>
            </a:r>
          </a:p>
          <a:p>
            <a:pPr algn="ctr"/>
            <a:r>
              <a:rPr lang="en-US" sz="2400" dirty="0"/>
              <a:t>Must 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9697A2-0300-B894-DE5E-77CA900DADFD}"/>
              </a:ext>
            </a:extLst>
          </p:cNvPr>
          <p:cNvSpPr txBox="1"/>
          <p:nvPr/>
        </p:nvSpPr>
        <p:spPr>
          <a:xfrm>
            <a:off x="4382955" y="3714546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F3B568-8243-5CD7-B0A9-E25448EFB240}"/>
              </a:ext>
            </a:extLst>
          </p:cNvPr>
          <p:cNvSpPr txBox="1"/>
          <p:nvPr/>
        </p:nvSpPr>
        <p:spPr>
          <a:xfrm>
            <a:off x="4382955" y="2958497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19DF31-61A9-D1D2-00E3-ADC0A147F5C6}"/>
              </a:ext>
            </a:extLst>
          </p:cNvPr>
          <p:cNvSpPr txBox="1"/>
          <p:nvPr/>
        </p:nvSpPr>
        <p:spPr>
          <a:xfrm>
            <a:off x="6196695" y="275427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70C0"/>
                </a:solidFill>
              </a:rPr>
              <a:t>Must Be Provided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15C0B5-6F41-CA08-3F23-03862455199C}"/>
              </a:ext>
            </a:extLst>
          </p:cNvPr>
          <p:cNvCxnSpPr>
            <a:cxnSpLocks/>
          </p:cNvCxnSpPr>
          <p:nvPr/>
        </p:nvCxnSpPr>
        <p:spPr>
          <a:xfrm>
            <a:off x="4306981" y="3559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6CCE70-F72F-A63C-C52A-C25E9C87AF63}"/>
              </a:ext>
            </a:extLst>
          </p:cNvPr>
          <p:cNvCxnSpPr>
            <a:cxnSpLocks/>
          </p:cNvCxnSpPr>
          <p:nvPr/>
        </p:nvCxnSpPr>
        <p:spPr>
          <a:xfrm>
            <a:off x="4290806" y="4321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0E1CF6-0E15-2E2E-1590-81AD55F49D27}"/>
              </a:ext>
            </a:extLst>
          </p:cNvPr>
          <p:cNvCxnSpPr>
            <a:cxnSpLocks/>
          </p:cNvCxnSpPr>
          <p:nvPr/>
        </p:nvCxnSpPr>
        <p:spPr>
          <a:xfrm>
            <a:off x="4308499" y="5117056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B45BE94-2E45-811E-59C7-0242E99C199D}"/>
              </a:ext>
            </a:extLst>
          </p:cNvPr>
          <p:cNvCxnSpPr>
            <a:cxnSpLocks/>
          </p:cNvCxnSpPr>
          <p:nvPr/>
        </p:nvCxnSpPr>
        <p:spPr>
          <a:xfrm flipH="1">
            <a:off x="4314689" y="1541721"/>
            <a:ext cx="11531" cy="43806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283AF5D-0B03-78D4-C565-74A8E5762678}"/>
              </a:ext>
            </a:extLst>
          </p:cNvPr>
          <p:cNvSpPr txBox="1"/>
          <p:nvPr/>
        </p:nvSpPr>
        <p:spPr>
          <a:xfrm>
            <a:off x="3587305" y="3356930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15</a:t>
            </a:r>
            <a:r>
              <a:rPr lang="en-US" sz="16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3802FD-1933-BB9C-1868-26B9DBFAFF55}"/>
              </a:ext>
            </a:extLst>
          </p:cNvPr>
          <p:cNvSpPr txBox="1"/>
          <p:nvPr/>
        </p:nvSpPr>
        <p:spPr>
          <a:xfrm>
            <a:off x="3587131" y="4130026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14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B09353-A615-2A8E-BD2D-4E3D9FADF995}"/>
              </a:ext>
            </a:extLst>
          </p:cNvPr>
          <p:cNvSpPr txBox="1"/>
          <p:nvPr/>
        </p:nvSpPr>
        <p:spPr>
          <a:xfrm>
            <a:off x="3585993" y="4929214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12</a:t>
            </a:r>
            <a:r>
              <a:rPr lang="en-US" sz="1200" dirty="0"/>
              <a:t>,5</a:t>
            </a:r>
            <a:r>
              <a:rPr lang="en-US" sz="1050" dirty="0"/>
              <a:t>00</a:t>
            </a:r>
            <a:endParaRPr lang="en-US" sz="12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FD1E27-64A7-2C63-88EF-F362C7CF9EBB}"/>
              </a:ext>
            </a:extLst>
          </p:cNvPr>
          <p:cNvCxnSpPr>
            <a:cxnSpLocks/>
          </p:cNvCxnSpPr>
          <p:nvPr/>
        </p:nvCxnSpPr>
        <p:spPr>
          <a:xfrm>
            <a:off x="4314689" y="2763320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47D45-C1F4-2222-E4D3-BE56EB0BE841}"/>
              </a:ext>
            </a:extLst>
          </p:cNvPr>
          <p:cNvCxnSpPr>
            <a:cxnSpLocks/>
          </p:cNvCxnSpPr>
          <p:nvPr/>
        </p:nvCxnSpPr>
        <p:spPr>
          <a:xfrm>
            <a:off x="3561907" y="2007900"/>
            <a:ext cx="43806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332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A4B10-A949-F9C9-82C0-DD66B82F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8C154A-315C-2B8C-228D-993F3016EBA3}"/>
              </a:ext>
            </a:extLst>
          </p:cNvPr>
          <p:cNvSpPr/>
          <p:nvPr/>
        </p:nvSpPr>
        <p:spPr>
          <a:xfrm>
            <a:off x="3546554" y="2645848"/>
            <a:ext cx="3291840" cy="3291840"/>
          </a:xfrm>
          <a:prstGeom prst="rect">
            <a:avLst/>
          </a:prstGeom>
          <a:noFill/>
          <a:ln w="381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32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MVFR</a:t>
            </a:r>
            <a:endParaRPr lang="en-US" sz="2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07277C-10B1-2411-220E-DF1479CA07B3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3600" b="1" dirty="0">
                <a:solidFill>
                  <a:schemeClr val="tx1"/>
                </a:solidFill>
              </a:rPr>
              <a:t>VFR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06A37E-76BB-7442-50CA-5D836BBDA070}"/>
              </a:ext>
            </a:extLst>
          </p:cNvPr>
          <p:cNvSpPr/>
          <p:nvPr/>
        </p:nvSpPr>
        <p:spPr>
          <a:xfrm>
            <a:off x="3546554" y="3743128"/>
            <a:ext cx="2194560" cy="2194560"/>
          </a:xfrm>
          <a:prstGeom prst="rect">
            <a:avLst/>
          </a:prstGeom>
          <a:solidFill>
            <a:srgbClr val="FF0000">
              <a:alpha val="50196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IFR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950C53-36F0-F581-2084-F3A7A89BC6CC}"/>
              </a:ext>
            </a:extLst>
          </p:cNvPr>
          <p:cNvSpPr txBox="1"/>
          <p:nvPr/>
        </p:nvSpPr>
        <p:spPr>
          <a:xfrm>
            <a:off x="3561907" y="4363390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500ft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39A75-1C3E-1E40-90F3-9566EFC271D1}"/>
              </a:ext>
            </a:extLst>
          </p:cNvPr>
          <p:cNvSpPr txBox="1"/>
          <p:nvPr/>
        </p:nvSpPr>
        <p:spPr>
          <a:xfrm rot="5400000">
            <a:off x="4269589" y="5085447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bg1"/>
                </a:solidFill>
              </a:rPr>
              <a:t>1sm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EEFEB7-98D2-2940-14B3-CA2E504356A5}"/>
              </a:ext>
            </a:extLst>
          </p:cNvPr>
          <p:cNvSpPr/>
          <p:nvPr/>
        </p:nvSpPr>
        <p:spPr>
          <a:xfrm>
            <a:off x="3546554" y="4840408"/>
            <a:ext cx="1097280" cy="1097280"/>
          </a:xfrm>
          <a:prstGeom prst="rect">
            <a:avLst/>
          </a:prstGeom>
          <a:solidFill>
            <a:srgbClr val="FF52FF"/>
          </a:solidFill>
          <a:ln w="38100">
            <a:solidFill>
              <a:srgbClr val="7E2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LIFR</a:t>
            </a:r>
            <a:endParaRPr lang="en-US" sz="28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6677B5-88D0-AAFB-5702-FAC4039CFA57}"/>
              </a:ext>
            </a:extLst>
          </p:cNvPr>
          <p:cNvSpPr txBox="1"/>
          <p:nvPr/>
        </p:nvSpPr>
        <p:spPr>
          <a:xfrm>
            <a:off x="3561907" y="3266110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1,000ft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ADCDFE-2D0C-C107-1382-A7521DCF6184}"/>
              </a:ext>
            </a:extLst>
          </p:cNvPr>
          <p:cNvSpPr txBox="1"/>
          <p:nvPr/>
        </p:nvSpPr>
        <p:spPr>
          <a:xfrm>
            <a:off x="3561907" y="2146863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3,000ft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648E87-1D4E-5906-0318-4C0B87954CC7}"/>
              </a:ext>
            </a:extLst>
          </p:cNvPr>
          <p:cNvSpPr txBox="1"/>
          <p:nvPr/>
        </p:nvSpPr>
        <p:spPr>
          <a:xfrm rot="5400000">
            <a:off x="5366134" y="5085448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accent1">
                    <a:lumMod val="50000"/>
                  </a:schemeClr>
                </a:solidFill>
              </a:rPr>
              <a:t>3sm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B6D325-585C-4675-A445-96D479FE1678}"/>
              </a:ext>
            </a:extLst>
          </p:cNvPr>
          <p:cNvSpPr txBox="1"/>
          <p:nvPr/>
        </p:nvSpPr>
        <p:spPr>
          <a:xfrm rot="5400000">
            <a:off x="6462679" y="5085449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5sm</a:t>
            </a:r>
          </a:p>
        </p:txBody>
      </p:sp>
    </p:spTree>
    <p:extLst>
      <p:ext uri="{BB962C8B-B14F-4D97-AF65-F5344CB8AC3E}">
        <p14:creationId xmlns:p14="http://schemas.microsoft.com/office/powerpoint/2010/main" val="296317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6381008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4903083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4519812" y="1836006"/>
            <a:ext cx="1010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D76B7A5D-4E9E-8353-7381-12BD292E5C4A}"/>
              </a:ext>
            </a:extLst>
          </p:cNvPr>
          <p:cNvGrpSpPr/>
          <p:nvPr/>
        </p:nvGrpSpPr>
        <p:grpSpPr>
          <a:xfrm>
            <a:off x="3905693" y="1222859"/>
            <a:ext cx="4380615" cy="4412283"/>
            <a:chOff x="141814" y="92931"/>
            <a:chExt cx="4380615" cy="4412283"/>
          </a:xfrm>
        </p:grpSpPr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3554360-8049-73E9-38DD-35AA2F215ABC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1022564" y="2470666"/>
              <a:ext cx="238270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28D2D0F-1866-0696-6452-BA68C02A9DC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1022564" y="2013466"/>
              <a:ext cx="2951002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34AF45A-5DFB-C6B5-7292-0F5C3284B60D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1022564" y="1099066"/>
              <a:ext cx="2993856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E04D399-050A-3CB2-C00E-B8DE32889C32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1022564" y="637172"/>
              <a:ext cx="2993856" cy="469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97D2873-20E5-E50F-37FC-EB2A656DF277}"/>
                </a:ext>
              </a:extLst>
            </p:cNvPr>
            <p:cNvSpPr/>
            <p:nvPr/>
          </p:nvSpPr>
          <p:spPr>
            <a:xfrm>
              <a:off x="141814" y="92931"/>
              <a:ext cx="4380614" cy="438061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C3DC81B-D107-60A8-527E-B39DCC202183}"/>
                </a:ext>
              </a:extLst>
            </p:cNvPr>
            <p:cNvSpPr txBox="1"/>
            <p:nvPr/>
          </p:nvSpPr>
          <p:spPr>
            <a:xfrm>
              <a:off x="155018" y="457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60,000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480DE82-F149-10D6-2736-9D1D60DE486D}"/>
                </a:ext>
              </a:extLst>
            </p:cNvPr>
            <p:cNvSpPr txBox="1"/>
            <p:nvPr/>
          </p:nvSpPr>
          <p:spPr>
            <a:xfrm>
              <a:off x="155018" y="9144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45,000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693BB8-0148-771F-5C72-6E59778FF794}"/>
                </a:ext>
              </a:extLst>
            </p:cNvPr>
            <p:cNvSpPr txBox="1"/>
            <p:nvPr/>
          </p:nvSpPr>
          <p:spPr>
            <a:xfrm>
              <a:off x="155018" y="18288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18,000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80E1B7-9907-33FC-884D-344DC3F9B4E1}"/>
                </a:ext>
              </a:extLst>
            </p:cNvPr>
            <p:cNvSpPr txBox="1"/>
            <p:nvPr/>
          </p:nvSpPr>
          <p:spPr>
            <a:xfrm>
              <a:off x="155018" y="22860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14,500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F6997A-9F45-573B-AADF-266CF6FE15B6}"/>
                </a:ext>
              </a:extLst>
            </p:cNvPr>
            <p:cNvSpPr txBox="1"/>
            <p:nvPr/>
          </p:nvSpPr>
          <p:spPr>
            <a:xfrm>
              <a:off x="3539054" y="2791427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12,900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7DC4F1-7017-448B-6101-B9AFA891F14E}"/>
                </a:ext>
              </a:extLst>
            </p:cNvPr>
            <p:cNvSpPr txBox="1"/>
            <p:nvPr/>
          </p:nvSpPr>
          <p:spPr>
            <a:xfrm>
              <a:off x="155018" y="2743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12,000	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2C2DAF-A771-3272-48A7-43630CF1AEF1}"/>
                </a:ext>
              </a:extLst>
            </p:cNvPr>
            <p:cNvSpPr txBox="1"/>
            <p:nvPr/>
          </p:nvSpPr>
          <p:spPr>
            <a:xfrm>
              <a:off x="278450" y="32004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5,000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B0A7EF-2DAA-30CD-C4EB-EAE664FBF746}"/>
                </a:ext>
              </a:extLst>
            </p:cNvPr>
            <p:cNvSpPr/>
            <p:nvPr/>
          </p:nvSpPr>
          <p:spPr>
            <a:xfrm>
              <a:off x="1039576" y="2927866"/>
              <a:ext cx="457200" cy="90531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3F7800-0BB2-183A-02B0-DDFE03DAF5A6}"/>
                </a:ext>
              </a:extLst>
            </p:cNvPr>
            <p:cNvSpPr/>
            <p:nvPr/>
          </p:nvSpPr>
          <p:spPr>
            <a:xfrm>
              <a:off x="1531183" y="2012391"/>
              <a:ext cx="457200" cy="18207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0F4ADAD-6260-F685-859A-AB76789BB13C}"/>
                </a:ext>
              </a:extLst>
            </p:cNvPr>
            <p:cNvSpPr txBox="1"/>
            <p:nvPr/>
          </p:nvSpPr>
          <p:spPr>
            <a:xfrm>
              <a:off x="103957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9592457-9421-5EAB-6D86-DC26FE14A870}"/>
                </a:ext>
              </a:extLst>
            </p:cNvPr>
            <p:cNvSpPr txBox="1"/>
            <p:nvPr/>
          </p:nvSpPr>
          <p:spPr>
            <a:xfrm>
              <a:off x="1531183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0AAF766-F212-15DE-00E8-11A43E6B7EEF}"/>
                </a:ext>
              </a:extLst>
            </p:cNvPr>
            <p:cNvSpPr/>
            <p:nvPr/>
          </p:nvSpPr>
          <p:spPr>
            <a:xfrm>
              <a:off x="2021241" y="2469948"/>
              <a:ext cx="457200" cy="136322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066B6E-F38B-8DAC-197F-E0A25357CA09}"/>
                </a:ext>
              </a:extLst>
            </p:cNvPr>
            <p:cNvSpPr/>
            <p:nvPr/>
          </p:nvSpPr>
          <p:spPr>
            <a:xfrm>
              <a:off x="2021241" y="2008055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FE78C2-D5B3-EA7A-ECF3-D3FA1F3DA2C8}"/>
                </a:ext>
              </a:extLst>
            </p:cNvPr>
            <p:cNvSpPr txBox="1"/>
            <p:nvPr/>
          </p:nvSpPr>
          <p:spPr>
            <a:xfrm>
              <a:off x="2009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H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B839814-738F-A88C-1891-233E63356084}"/>
                </a:ext>
              </a:extLst>
            </p:cNvPr>
            <p:cNvSpPr txBox="1"/>
            <p:nvPr/>
          </p:nvSpPr>
          <p:spPr>
            <a:xfrm>
              <a:off x="1022565" y="104676"/>
              <a:ext cx="34998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Radius from Facility (nm)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ED67DA7-DE2C-C5E2-0B58-D9E573E1E7EC}"/>
                </a:ext>
              </a:extLst>
            </p:cNvPr>
            <p:cNvSpPr/>
            <p:nvPr/>
          </p:nvSpPr>
          <p:spPr>
            <a:xfrm>
              <a:off x="2021241" y="1103758"/>
              <a:ext cx="457199" cy="909708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75C67A3-3582-9691-5992-680E75ACE572}"/>
                </a:ext>
              </a:extLst>
            </p:cNvPr>
            <p:cNvSpPr/>
            <p:nvPr/>
          </p:nvSpPr>
          <p:spPr>
            <a:xfrm>
              <a:off x="2021241" y="638251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8904959-9BFD-7E00-8D8C-B64955E85FE9}"/>
                </a:ext>
              </a:extLst>
            </p:cNvPr>
            <p:cNvSpPr/>
            <p:nvPr/>
          </p:nvSpPr>
          <p:spPr>
            <a:xfrm>
              <a:off x="2511299" y="3332037"/>
              <a:ext cx="457200" cy="5011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7E528E-77C5-694E-D1A3-8A3AF15AE02D}"/>
                </a:ext>
              </a:extLst>
            </p:cNvPr>
            <p:cNvSpPr/>
            <p:nvPr/>
          </p:nvSpPr>
          <p:spPr>
            <a:xfrm>
              <a:off x="2511299" y="2008055"/>
              <a:ext cx="457200" cy="1323973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3BA8F6-1058-99F5-8F3F-1C700684AAA9}"/>
                </a:ext>
              </a:extLst>
            </p:cNvPr>
            <p:cNvSpPr txBox="1"/>
            <p:nvPr/>
          </p:nvSpPr>
          <p:spPr>
            <a:xfrm>
              <a:off x="2511299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6FA7681-69B1-59E4-8E22-7E06123B4DE6}"/>
                </a:ext>
              </a:extLst>
            </p:cNvPr>
            <p:cNvSpPr/>
            <p:nvPr/>
          </p:nvSpPr>
          <p:spPr>
            <a:xfrm>
              <a:off x="3011355" y="3332028"/>
              <a:ext cx="457200" cy="50114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F8E25A0-63A4-8C8A-5A36-57BEC0D02DB3}"/>
                </a:ext>
              </a:extLst>
            </p:cNvPr>
            <p:cNvSpPr/>
            <p:nvPr/>
          </p:nvSpPr>
          <p:spPr>
            <a:xfrm>
              <a:off x="3011355" y="2014542"/>
              <a:ext cx="457200" cy="45540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C264A51-EB97-2C7F-2927-260F9DECA162}"/>
                </a:ext>
              </a:extLst>
            </p:cNvPr>
            <p:cNvSpPr/>
            <p:nvPr/>
          </p:nvSpPr>
          <p:spPr>
            <a:xfrm>
              <a:off x="3011355" y="1103757"/>
              <a:ext cx="457199" cy="91078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7E6CF-26A1-8496-161F-E997CC6F2FE5}"/>
                </a:ext>
              </a:extLst>
            </p:cNvPr>
            <p:cNvSpPr/>
            <p:nvPr/>
          </p:nvSpPr>
          <p:spPr>
            <a:xfrm>
              <a:off x="3011355" y="638250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F392915-01F0-9618-A1F6-23377F7ACF1E}"/>
                </a:ext>
              </a:extLst>
            </p:cNvPr>
            <p:cNvSpPr/>
            <p:nvPr/>
          </p:nvSpPr>
          <p:spPr>
            <a:xfrm>
              <a:off x="3011355" y="2469948"/>
              <a:ext cx="457200" cy="86208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5AB2F46-58D2-307B-9986-28DD0F4EB75A}"/>
                </a:ext>
              </a:extLst>
            </p:cNvPr>
            <p:cNvSpPr txBox="1"/>
            <p:nvPr/>
          </p:nvSpPr>
          <p:spPr>
            <a:xfrm>
              <a:off x="3011354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VH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469FC34-53C7-2AE1-674C-E843B917DD6A}"/>
                </a:ext>
              </a:extLst>
            </p:cNvPr>
            <p:cNvSpPr txBox="1"/>
            <p:nvPr/>
          </p:nvSpPr>
          <p:spPr>
            <a:xfrm>
              <a:off x="3516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DL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53EEB1-44AB-4072-8C15-7473063C82AC}"/>
                </a:ext>
              </a:extLst>
            </p:cNvPr>
            <p:cNvSpPr txBox="1"/>
            <p:nvPr/>
          </p:nvSpPr>
          <p:spPr>
            <a:xfrm>
              <a:off x="4016420" y="3856265"/>
              <a:ext cx="5060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C310C9-EA86-A3E4-CD48-8C5435055F6A}"/>
                </a:ext>
              </a:extLst>
            </p:cNvPr>
            <p:cNvSpPr/>
            <p:nvPr/>
          </p:nvSpPr>
          <p:spPr>
            <a:xfrm>
              <a:off x="3503792" y="2014541"/>
              <a:ext cx="457199" cy="776882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A0A53C0-3C4B-2378-6935-D22B7AF995AF}"/>
                </a:ext>
              </a:extLst>
            </p:cNvPr>
            <p:cNvSpPr txBox="1"/>
            <p:nvPr/>
          </p:nvSpPr>
          <p:spPr>
            <a:xfrm>
              <a:off x="278450" y="36576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1,000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7704A7E-EC2E-DF52-9ACA-DCA7A9E5AC74}"/>
                </a:ext>
              </a:extLst>
            </p:cNvPr>
            <p:cNvSpPr/>
            <p:nvPr/>
          </p:nvSpPr>
          <p:spPr>
            <a:xfrm>
              <a:off x="3997870" y="1100144"/>
              <a:ext cx="457199" cy="1691275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11E363E-9E34-F622-8712-5A53B5BB137B}"/>
                </a:ext>
              </a:extLst>
            </p:cNvPr>
            <p:cNvSpPr/>
            <p:nvPr/>
          </p:nvSpPr>
          <p:spPr>
            <a:xfrm>
              <a:off x="4001180" y="637172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1CD0E419-D9F3-DF23-EDDE-E23A4E106BB9}"/>
                </a:ext>
              </a:extLst>
            </p:cNvPr>
            <p:cNvSpPr/>
            <p:nvPr/>
          </p:nvSpPr>
          <p:spPr>
            <a:xfrm rot="16200000">
              <a:off x="1721179" y="3521048"/>
              <a:ext cx="103497" cy="1278540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011C145-2DCA-FADD-9903-F9444C7E0C95}"/>
                </a:ext>
              </a:extLst>
            </p:cNvPr>
            <p:cNvSpPr txBox="1"/>
            <p:nvPr/>
          </p:nvSpPr>
          <p:spPr>
            <a:xfrm>
              <a:off x="1134832" y="4145091"/>
              <a:ext cx="12777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/>
                <a:t>Legacy VOR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21B635E-0DE0-0FF3-B62F-B6889B95D803}"/>
                </a:ext>
              </a:extLst>
            </p:cNvPr>
            <p:cNvSpPr txBox="1"/>
            <p:nvPr/>
          </p:nvSpPr>
          <p:spPr>
            <a:xfrm>
              <a:off x="3637639" y="4129252"/>
              <a:ext cx="670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DME</a:t>
              </a:r>
            </a:p>
          </p:txBody>
        </p:sp>
        <p:sp>
          <p:nvSpPr>
            <p:cNvPr id="46" name="Left Brace 45">
              <a:extLst>
                <a:ext uri="{FF2B5EF4-FFF2-40B4-BE49-F238E27FC236}">
                  <a16:creationId xmlns:a16="http://schemas.microsoft.com/office/drawing/2014/main" id="{FD61F600-1D9D-B72B-8E50-56ACFA76A298}"/>
                </a:ext>
              </a:extLst>
            </p:cNvPr>
            <p:cNvSpPr/>
            <p:nvPr/>
          </p:nvSpPr>
          <p:spPr>
            <a:xfrm rot="16200000">
              <a:off x="3934835" y="3732956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E7A5A74-83E3-17D3-8063-C53484C8EE4A}"/>
                </a:ext>
              </a:extLst>
            </p:cNvPr>
            <p:cNvSpPr txBox="1"/>
            <p:nvPr/>
          </p:nvSpPr>
          <p:spPr>
            <a:xfrm>
              <a:off x="155017" y="104676"/>
              <a:ext cx="8675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Alt (ft)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0C4E8A-1F35-246A-E305-AD6733CCCC0A}"/>
                </a:ext>
              </a:extLst>
            </p:cNvPr>
            <p:cNvSpPr txBox="1"/>
            <p:nvPr/>
          </p:nvSpPr>
          <p:spPr>
            <a:xfrm>
              <a:off x="2697952" y="4135882"/>
              <a:ext cx="6385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VOR</a:t>
              </a:r>
            </a:p>
          </p:txBody>
        </p:sp>
        <p:sp>
          <p:nvSpPr>
            <p:cNvPr id="56" name="Left Brace 55">
              <a:extLst>
                <a:ext uri="{FF2B5EF4-FFF2-40B4-BE49-F238E27FC236}">
                  <a16:creationId xmlns:a16="http://schemas.microsoft.com/office/drawing/2014/main" id="{235EA042-9A63-D476-61E7-BA4EE8F9CE0C}"/>
                </a:ext>
              </a:extLst>
            </p:cNvPr>
            <p:cNvSpPr/>
            <p:nvPr/>
          </p:nvSpPr>
          <p:spPr>
            <a:xfrm rot="16200000">
              <a:off x="2966604" y="3737495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89364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EFF6942-609B-1611-787B-5BDE36149411}"/>
              </a:ext>
            </a:extLst>
          </p:cNvPr>
          <p:cNvSpPr/>
          <p:nvPr/>
        </p:nvSpPr>
        <p:spPr>
          <a:xfrm>
            <a:off x="7729771" y="1781413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062270-F254-427D-007F-B38B33A43B2E}"/>
              </a:ext>
            </a:extLst>
          </p:cNvPr>
          <p:cNvSpPr/>
          <p:nvPr/>
        </p:nvSpPr>
        <p:spPr>
          <a:xfrm>
            <a:off x="1562980" y="177782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A4D178-2E0D-4861-252B-3120FF39F6D9}"/>
              </a:ext>
            </a:extLst>
          </p:cNvPr>
          <p:cNvSpPr/>
          <p:nvPr/>
        </p:nvSpPr>
        <p:spPr>
          <a:xfrm>
            <a:off x="1562982" y="871879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D39AB8-EAF1-01A2-53FF-FB44D1CE7FA1}"/>
              </a:ext>
            </a:extLst>
          </p:cNvPr>
          <p:cNvSpPr txBox="1"/>
          <p:nvPr/>
        </p:nvSpPr>
        <p:spPr>
          <a:xfrm>
            <a:off x="-312779" y="2467257"/>
            <a:ext cx="1913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Cruise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458C86-456F-2D93-CC7F-96AC6F1884C2}"/>
              </a:ext>
            </a:extLst>
          </p:cNvPr>
          <p:cNvSpPr txBox="1"/>
          <p:nvPr/>
        </p:nvSpPr>
        <p:spPr>
          <a:xfrm>
            <a:off x="-198478" y="687213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041F6B-46E0-3B0F-9016-3ABEED65756C}"/>
              </a:ext>
            </a:extLst>
          </p:cNvPr>
          <p:cNvSpPr txBox="1"/>
          <p:nvPr/>
        </p:nvSpPr>
        <p:spPr>
          <a:xfrm>
            <a:off x="331596" y="1609775"/>
            <a:ext cx="1231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C2C8A6-187D-6BFC-6C27-F73D07C24142}"/>
              </a:ext>
            </a:extLst>
          </p:cNvPr>
          <p:cNvSpPr txBox="1"/>
          <p:nvPr/>
        </p:nvSpPr>
        <p:spPr>
          <a:xfrm>
            <a:off x="-198478" y="3429000"/>
            <a:ext cx="1761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-50ft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E18F4D-697A-44B4-C945-C47D4831FE91}"/>
              </a:ext>
            </a:extLst>
          </p:cNvPr>
          <p:cNvSpPr txBox="1"/>
          <p:nvPr/>
        </p:nvSpPr>
        <p:spPr>
          <a:xfrm>
            <a:off x="-236578" y="4337167"/>
            <a:ext cx="1761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-100ft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2E2AE0-B4BC-C713-0571-8C8046384B8D}"/>
              </a:ext>
            </a:extLst>
          </p:cNvPr>
          <p:cNvSpPr/>
          <p:nvPr/>
        </p:nvSpPr>
        <p:spPr>
          <a:xfrm>
            <a:off x="7728101" y="861243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5029F2-0121-32F4-FEFA-B769DC80F380}"/>
              </a:ext>
            </a:extLst>
          </p:cNvPr>
          <p:cNvSpPr txBox="1"/>
          <p:nvPr/>
        </p:nvSpPr>
        <p:spPr>
          <a:xfrm>
            <a:off x="5966641" y="676577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D20C3-B059-AAB8-2E85-8C65478AEA5F}"/>
              </a:ext>
            </a:extLst>
          </p:cNvPr>
          <p:cNvSpPr txBox="1"/>
          <p:nvPr/>
        </p:nvSpPr>
        <p:spPr>
          <a:xfrm>
            <a:off x="5966639" y="2467257"/>
            <a:ext cx="1761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Minimums</a:t>
            </a:r>
            <a:endParaRPr 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7BE6DB-FAF9-722A-36A5-456ECF7C34DC}"/>
              </a:ext>
            </a:extLst>
          </p:cNvPr>
          <p:cNvSpPr/>
          <p:nvPr/>
        </p:nvSpPr>
        <p:spPr>
          <a:xfrm>
            <a:off x="1563624" y="269748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61D42-F98B-878A-4341-EF7C1E429B78}"/>
              </a:ext>
            </a:extLst>
          </p:cNvPr>
          <p:cNvSpPr/>
          <p:nvPr/>
        </p:nvSpPr>
        <p:spPr>
          <a:xfrm>
            <a:off x="1562980" y="3607433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A62FE-B716-F383-3E6B-8B3B407FD53C}"/>
              </a:ext>
            </a:extLst>
          </p:cNvPr>
          <p:cNvSpPr txBox="1"/>
          <p:nvPr/>
        </p:nvSpPr>
        <p:spPr>
          <a:xfrm>
            <a:off x="622997" y="2055266"/>
            <a:ext cx="9399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23DF99C-1658-4802-6092-5966EA86EE15}"/>
              </a:ext>
            </a:extLst>
          </p:cNvPr>
          <p:cNvCxnSpPr>
            <a:cxnSpLocks/>
          </p:cNvCxnSpPr>
          <p:nvPr/>
        </p:nvCxnSpPr>
        <p:spPr>
          <a:xfrm>
            <a:off x="1565074" y="2706576"/>
            <a:ext cx="3251470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FBA1F3B-00E0-0305-C558-47D1C0A3484B}"/>
              </a:ext>
            </a:extLst>
          </p:cNvPr>
          <p:cNvSpPr txBox="1"/>
          <p:nvPr/>
        </p:nvSpPr>
        <p:spPr>
          <a:xfrm>
            <a:off x="517944" y="2962570"/>
            <a:ext cx="1045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-25ft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36973E-AC08-4CD2-88C4-F857C0910F80}"/>
              </a:ext>
            </a:extLst>
          </p:cNvPr>
          <p:cNvSpPr txBox="1"/>
          <p:nvPr/>
        </p:nvSpPr>
        <p:spPr>
          <a:xfrm>
            <a:off x="6893169" y="1609775"/>
            <a:ext cx="83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BC4840-B5F3-497B-0B91-1EE4313B2BE8}"/>
              </a:ext>
            </a:extLst>
          </p:cNvPr>
          <p:cNvSpPr txBox="1"/>
          <p:nvPr/>
        </p:nvSpPr>
        <p:spPr>
          <a:xfrm>
            <a:off x="6788115" y="2055266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8753D5-388E-E3C6-E6A5-CB649A36196C}"/>
              </a:ext>
            </a:extLst>
          </p:cNvPr>
          <p:cNvSpPr txBox="1"/>
          <p:nvPr/>
        </p:nvSpPr>
        <p:spPr>
          <a:xfrm>
            <a:off x="6790402" y="1145462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+75ft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0E96B9-64ED-9AEF-E1F9-6481B2782C8D}"/>
              </a:ext>
            </a:extLst>
          </p:cNvPr>
          <p:cNvSpPr/>
          <p:nvPr/>
        </p:nvSpPr>
        <p:spPr>
          <a:xfrm>
            <a:off x="7728095" y="1317522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22DC3E6-0F91-7D69-B8EB-B42CB664245D}"/>
              </a:ext>
            </a:extLst>
          </p:cNvPr>
          <p:cNvSpPr/>
          <p:nvPr/>
        </p:nvSpPr>
        <p:spPr>
          <a:xfrm>
            <a:off x="7728096" y="2238657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9095E0-5EA8-14CC-F84B-9DA7740D68BA}"/>
              </a:ext>
            </a:extLst>
          </p:cNvPr>
          <p:cNvCxnSpPr>
            <a:cxnSpLocks/>
          </p:cNvCxnSpPr>
          <p:nvPr/>
        </p:nvCxnSpPr>
        <p:spPr>
          <a:xfrm>
            <a:off x="7728095" y="1774345"/>
            <a:ext cx="3253565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7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</TotalTime>
  <Words>254</Words>
  <Application>Microsoft Macintosh PowerPoint</Application>
  <PresentationFormat>Widescreen</PresentationFormat>
  <Paragraphs>122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24</cp:revision>
  <dcterms:created xsi:type="dcterms:W3CDTF">2025-06-09T16:07:08Z</dcterms:created>
  <dcterms:modified xsi:type="dcterms:W3CDTF">2025-12-03T16:51:58Z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