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4" r:id="rId5"/>
    <p:sldId id="265" r:id="rId6"/>
    <p:sldId id="258" r:id="rId7"/>
    <p:sldId id="261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BE"/>
    <a:srgbClr val="FF0000"/>
    <a:srgbClr val="7E287F"/>
    <a:srgbClr val="FF52FF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39"/>
  </p:normalViewPr>
  <p:slideViewPr>
    <p:cSldViewPr snapToGrid="0">
      <p:cViewPr varScale="1">
        <p:scale>
          <a:sx n="152" d="100"/>
          <a:sy n="152" d="100"/>
        </p:scale>
        <p:origin x="24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D5609-1730-904A-B815-DF633E0B1232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32D0-B394-C346-AAC1-BB230118B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9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32D0-B394-C346-AAC1-BB230118BB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5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46E2-E8E9-8A04-23EC-21AB7067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F4D63-E2A0-22A8-94F3-06B4DF85D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6F2FF-00D7-9BA3-0899-931FAA94E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0B012-9C07-C778-968A-BA713609F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32D0-B394-C346-AAC1-BB230118BB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6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9140-C40B-E50D-747C-E9E5FC122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32DDF-E6F7-D9DE-6EFA-D0456B69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CE7CF-F407-7C0D-0F47-9734C335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D745-DD17-B1BF-5A70-162CA236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BF16-AA8D-CFE6-F76A-BAA9B9C7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1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6AAA-37EA-95C9-E75E-71C460B6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B64B-2A9E-F275-FC55-A1557759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4CE99-842D-ECB4-49A8-C706C5D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5CB2D-187D-B588-2E16-324EAF9A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49FAF-54F1-F3A8-B068-B2BBD5A2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8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8D5E-2BAC-F980-3E76-AB1A8632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AC9E-791E-E501-FBD3-D7ADD8D08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C030-71E9-A33F-40C8-405C2CAF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321A-FF36-8E8E-5841-FD52B941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27CA2-D17C-EE4D-2652-3EDBFEEB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9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873B-77ED-8683-6865-F0ECBA4D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7D9C-1AD3-1937-1FB9-7A83231F0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8C83C-0390-9876-3629-8ABCB4CBD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B439B-5CE2-5E09-54AB-C033F2AC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F0917-C6F4-E4BE-62B8-243A7D41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54D3C-656F-D61C-BD77-9E286D33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8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E35D-0EEE-9ACA-D462-49B0A540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4CDE4-749A-A4E0-E7E1-FF991521C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FBB47-7D49-387E-3BE6-3DA86FBD0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6988F-FCF6-FB06-420B-DC1799405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C9C3F-0591-EB23-9DA7-D3156E2FF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EAA788-697D-60E7-0B1E-4329B9B7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28F04-1962-7DAD-0C34-91AEE47C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11A42-5430-9C66-D890-847308BF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7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30C9-7B69-9FEB-106F-0657770B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0135D-D306-E377-71CA-85E17094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C5AFD-552F-6BFC-6A46-8BD33141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66F3D-4923-72FD-E902-50D4593E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E1327-164E-4547-A84D-EC52DAC7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B25EF-2735-AEF8-BE19-A731C3E5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2BBEB-F507-1E34-E518-8A5C0826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4A8D-3A7B-CF8E-BA31-821B86E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4E1D-6F1D-6E65-DD12-E8A390942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D7F27-575A-1503-8DA7-77FD0254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181EC-9077-77E4-BEB5-03D23277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6756C-84C0-CB6E-A38E-AA11A9E7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58481-9BA7-DAE3-FEB8-6714168D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2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C373-5049-60F6-C940-DCC1A06A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4D7577-0B09-C541-9229-E91A8B040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1F510-1BB5-1348-3964-06B0B0BFC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21B9D-FF9A-EB35-4311-4EE3BC72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55641-32D3-3DD6-51CA-B3BF2673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A2C4A-F43C-EE95-9C3C-0FFE9278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2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AA7A-6F4C-C9A7-F7E0-43F2D141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FFF5C-A586-AF48-AA06-8D2965E83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A4682-059F-AE03-6124-1F2EA1FB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E77B-8E09-88EF-DA89-9E5A2CCD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5C806-38BC-6FDB-23F2-452D624C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AC2C3-C4DC-108D-7033-816651DAC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5C3F1-24EE-452F-1DA6-E414B24C5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5A24C-C81B-3612-B4B7-864531F9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F45E-2D0B-6356-B82C-FAC1043A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7D9FB-212F-BD91-F2D5-0C9AE6B2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49C41-56B6-7B41-3FC5-EC2D9282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482AB-2FAD-7FC3-E61C-EFA80C68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E3946-F6B7-C865-831E-E8EBFEA28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A5C4A-B072-FB48-84F0-865EE8F0D843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D0F3-6763-C166-48E9-53E1C3A4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59-166C-35B6-F9FC-30846ABFE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7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11004C-87AB-747F-5CCE-087BB3212162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7B36D0-6FCD-1DA5-1F30-1E0CFD1AC13E}"/>
              </a:ext>
            </a:extLst>
          </p:cNvPr>
          <p:cNvCxnSpPr/>
          <p:nvPr/>
        </p:nvCxnSpPr>
        <p:spPr>
          <a:xfrm>
            <a:off x="2977116" y="2007900"/>
            <a:ext cx="604992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A996C0-7F74-7468-5DF8-3449FE9DD238}"/>
              </a:ext>
            </a:extLst>
          </p:cNvPr>
          <p:cNvSpPr txBox="1"/>
          <p:nvPr/>
        </p:nvSpPr>
        <p:spPr>
          <a:xfrm>
            <a:off x="3561906" y="1574905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IAP and ±1h,2000ft,3sm  →  </a:t>
            </a:r>
            <a:r>
              <a:rPr lang="en-US" sz="2000" b="1" dirty="0">
                <a:solidFill>
                  <a:schemeClr val="accent3"/>
                </a:solidFill>
              </a:rPr>
              <a:t>No ALT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BBBB6-CD29-A446-7E92-7B60674BDDA2}"/>
              </a:ext>
            </a:extLst>
          </p:cNvPr>
          <p:cNvSpPr txBox="1"/>
          <p:nvPr/>
        </p:nvSpPr>
        <p:spPr>
          <a:xfrm>
            <a:off x="3561905" y="2041259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65000"/>
                  </a:schemeClr>
                </a:solidFill>
              </a:rPr>
              <a:t>Alternate Wx Minimums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5260A-5A11-EA36-B308-32A031040F69}"/>
              </a:ext>
            </a:extLst>
          </p:cNvPr>
          <p:cNvSpPr txBox="1"/>
          <p:nvPr/>
        </p:nvSpPr>
        <p:spPr>
          <a:xfrm>
            <a:off x="3738880" y="2680659"/>
            <a:ext cx="58928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IAP</a:t>
            </a:r>
          </a:p>
          <a:p>
            <a:pPr algn="ctr"/>
            <a:r>
              <a:rPr lang="en-US" sz="1050" dirty="0"/>
              <a:t>Usable</a:t>
            </a:r>
            <a:endParaRPr lang="en-US" sz="1000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B352E8BC-24D9-CED9-E431-C9C00F553B20}"/>
              </a:ext>
            </a:extLst>
          </p:cNvPr>
          <p:cNvSpPr/>
          <p:nvPr/>
        </p:nvSpPr>
        <p:spPr>
          <a:xfrm>
            <a:off x="3799840" y="3993366"/>
            <a:ext cx="457200" cy="5117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95E9D-9E78-CB99-3870-9BA8FCE176E1}"/>
              </a:ext>
            </a:extLst>
          </p:cNvPr>
          <p:cNvSpPr txBox="1"/>
          <p:nvPr/>
        </p:nvSpPr>
        <p:spPr>
          <a:xfrm>
            <a:off x="5506722" y="2628242"/>
            <a:ext cx="235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Allow Descent from MEA in VFR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65337-0777-3249-435F-014FC1C195CF}"/>
              </a:ext>
            </a:extLst>
          </p:cNvPr>
          <p:cNvSpPr txBox="1"/>
          <p:nvPr/>
        </p:nvSpPr>
        <p:spPr>
          <a:xfrm>
            <a:off x="5506722" y="5283095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ALT Minimums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FA23724-7834-7B13-B12F-9DD35978E90B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rot="16200000" flipH="1">
            <a:off x="4286270" y="4247308"/>
            <a:ext cx="962623" cy="1478282"/>
          </a:xfrm>
          <a:prstGeom prst="bentConnector2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9936504-1B7B-2405-488A-E41C47A8C5CD}"/>
              </a:ext>
            </a:extLst>
          </p:cNvPr>
          <p:cNvCxnSpPr>
            <a:cxnSpLocks/>
            <a:stCxn id="11" idx="5"/>
            <a:endCxn id="23" idx="1"/>
          </p:cNvCxnSpPr>
          <p:nvPr/>
        </p:nvCxnSpPr>
        <p:spPr>
          <a:xfrm flipV="1">
            <a:off x="4142740" y="3793181"/>
            <a:ext cx="1363980" cy="456071"/>
          </a:xfrm>
          <a:prstGeom prst="bentConnector3">
            <a:avLst>
              <a:gd name="adj1" fmla="val 50000"/>
            </a:avLst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770AA4-A19F-5FB9-F9AE-FDA7D14B0521}"/>
              </a:ext>
            </a:extLst>
          </p:cNvPr>
          <p:cNvSpPr txBox="1"/>
          <p:nvPr/>
        </p:nvSpPr>
        <p:spPr>
          <a:xfrm>
            <a:off x="5506720" y="3608515"/>
            <a:ext cx="267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Prec. 800ft, 2sm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D4159A-EEB8-F386-0F69-644F461ED3A8}"/>
              </a:ext>
            </a:extLst>
          </p:cNvPr>
          <p:cNvSpPr txBox="1"/>
          <p:nvPr/>
        </p:nvSpPr>
        <p:spPr>
          <a:xfrm>
            <a:off x="5506719" y="4446784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Precision: 600ft, 2sm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4E886FD-1B01-07CD-81AB-A9AC7FF57E64}"/>
              </a:ext>
            </a:extLst>
          </p:cNvPr>
          <p:cNvCxnSpPr>
            <a:cxnSpLocks/>
            <a:stCxn id="11" idx="5"/>
            <a:endCxn id="25" idx="1"/>
          </p:cNvCxnSpPr>
          <p:nvPr/>
        </p:nvCxnSpPr>
        <p:spPr>
          <a:xfrm>
            <a:off x="4142740" y="4249252"/>
            <a:ext cx="1363979" cy="382198"/>
          </a:xfrm>
          <a:prstGeom prst="bentConnector3">
            <a:avLst>
              <a:gd name="adj1" fmla="val 50000"/>
            </a:avLst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503985-B2AF-189A-D55F-82DA32D1A91B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4328160" y="2951408"/>
            <a:ext cx="1178562" cy="10097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C5A410-202F-8BD1-A949-BEA34D688E3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4028440" y="3242351"/>
            <a:ext cx="5080" cy="751015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2DA8EF-1482-5ED6-B807-3DE876D8C7B6}"/>
              </a:ext>
            </a:extLst>
          </p:cNvPr>
          <p:cNvSpPr txBox="1"/>
          <p:nvPr/>
        </p:nvSpPr>
        <p:spPr>
          <a:xfrm>
            <a:off x="4359442" y="2678326"/>
            <a:ext cx="274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40F9E0-4AA6-38B8-BA62-98BC5DC16F65}"/>
              </a:ext>
            </a:extLst>
          </p:cNvPr>
          <p:cNvSpPr txBox="1"/>
          <p:nvPr/>
        </p:nvSpPr>
        <p:spPr>
          <a:xfrm>
            <a:off x="4285011" y="3924598"/>
            <a:ext cx="2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8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8504A-4212-B64B-6328-AAD50436650B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F3755-BB2C-2CAE-0D7C-5A5A5E2AF6FD}"/>
              </a:ext>
            </a:extLst>
          </p:cNvPr>
          <p:cNvSpPr txBox="1"/>
          <p:nvPr/>
        </p:nvSpPr>
        <p:spPr>
          <a:xfrm>
            <a:off x="3500150" y="956909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IFR Lost Comms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725B6-2291-ABAF-18A4-90EEDB83B256}"/>
              </a:ext>
            </a:extLst>
          </p:cNvPr>
          <p:cNvSpPr txBox="1"/>
          <p:nvPr/>
        </p:nvSpPr>
        <p:spPr>
          <a:xfrm>
            <a:off x="3738880" y="1774318"/>
            <a:ext cx="620562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VFR</a:t>
            </a:r>
          </a:p>
          <a:p>
            <a:pPr algn="ctr"/>
            <a:r>
              <a:rPr lang="en-US" sz="1050" dirty="0"/>
              <a:t>Cond.</a:t>
            </a:r>
            <a:endParaRPr lang="en-US" sz="1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C28FAE-532E-0E5E-38FF-8AC07853F7F7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359442" y="2055164"/>
            <a:ext cx="998823" cy="5998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154FC5-232B-631F-5636-3EF4D5693EF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049161" y="2336010"/>
            <a:ext cx="0" cy="57474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BD1664-CCD0-08FF-D762-CD75D399E03F}"/>
              </a:ext>
            </a:extLst>
          </p:cNvPr>
          <p:cNvSpPr txBox="1"/>
          <p:nvPr/>
        </p:nvSpPr>
        <p:spPr>
          <a:xfrm>
            <a:off x="4359442" y="1788919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Y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4C6AE-68BF-F92E-484B-A7E7C514F3F2}"/>
              </a:ext>
            </a:extLst>
          </p:cNvPr>
          <p:cNvSpPr txBox="1"/>
          <p:nvPr/>
        </p:nvSpPr>
        <p:spPr>
          <a:xfrm>
            <a:off x="5358265" y="1737996"/>
            <a:ext cx="250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VFR</a:t>
            </a:r>
            <a:br>
              <a:rPr lang="en-US" dirty="0"/>
            </a:br>
            <a:r>
              <a:rPr lang="en-US" dirty="0"/>
              <a:t>Land a.s.a. practicable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E40FA-065B-E8E8-3233-6A50304C26EE}"/>
              </a:ext>
            </a:extLst>
          </p:cNvPr>
          <p:cNvSpPr txBox="1"/>
          <p:nvPr/>
        </p:nvSpPr>
        <p:spPr>
          <a:xfrm>
            <a:off x="3561905" y="2971603"/>
            <a:ext cx="163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Route</a:t>
            </a:r>
            <a:r>
              <a:rPr lang="en-US" dirty="0"/>
              <a:t>: </a:t>
            </a:r>
            <a:r>
              <a:rPr lang="en-US" b="1" dirty="0"/>
              <a:t>A.V.E.F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602E1-E7FB-AC67-4A6C-9A26F7AF7410}"/>
              </a:ext>
            </a:extLst>
          </p:cNvPr>
          <p:cNvSpPr txBox="1"/>
          <p:nvPr/>
        </p:nvSpPr>
        <p:spPr>
          <a:xfrm>
            <a:off x="3561892" y="3520571"/>
            <a:ext cx="430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Altitude</a:t>
            </a:r>
            <a:r>
              <a:rPr lang="en-US" dirty="0"/>
              <a:t>: Max( MEA, Expected, Assigned)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7C5AC-F5FC-6FF5-480D-4E48C967C91F}"/>
              </a:ext>
            </a:extLst>
          </p:cNvPr>
          <p:cNvSpPr txBox="1"/>
          <p:nvPr/>
        </p:nvSpPr>
        <p:spPr>
          <a:xfrm>
            <a:off x="3561892" y="4348680"/>
            <a:ext cx="430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Leave Clearance</a:t>
            </a:r>
            <a:r>
              <a:rPr lang="en-US" dirty="0"/>
              <a:t>: EFC &gt; ETA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AEBB1-FF38-4598-5226-6D8E2E415CBB}"/>
              </a:ext>
            </a:extLst>
          </p:cNvPr>
          <p:cNvSpPr txBox="1"/>
          <p:nvPr/>
        </p:nvSpPr>
        <p:spPr>
          <a:xfrm>
            <a:off x="4033373" y="2281564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D27311-D62C-C9CB-4D1A-6FCA2E9C96CE}"/>
              </a:ext>
            </a:extLst>
          </p:cNvPr>
          <p:cNvSpPr txBox="1"/>
          <p:nvPr/>
        </p:nvSpPr>
        <p:spPr>
          <a:xfrm>
            <a:off x="3683874" y="4815705"/>
            <a:ext cx="620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IAF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05E1F5-6036-E0BD-0E9C-3B711B969B87}"/>
              </a:ext>
            </a:extLst>
          </p:cNvPr>
          <p:cNvCxnSpPr>
            <a:cxnSpLocks/>
          </p:cNvCxnSpPr>
          <p:nvPr/>
        </p:nvCxnSpPr>
        <p:spPr>
          <a:xfrm>
            <a:off x="2977116" y="4233607"/>
            <a:ext cx="604992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210BA1-C3D0-75DC-7F40-815FBEF410C5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>
            <a:off x="4304436" y="5015760"/>
            <a:ext cx="1016909" cy="8028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7175ECC-124E-1C4A-DABC-5DB75C505918}"/>
              </a:ext>
            </a:extLst>
          </p:cNvPr>
          <p:cNvSpPr txBox="1"/>
          <p:nvPr/>
        </p:nvSpPr>
        <p:spPr>
          <a:xfrm>
            <a:off x="4304436" y="4741281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Y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1E9861-FFD7-F191-40A0-258F76CA667F}"/>
              </a:ext>
            </a:extLst>
          </p:cNvPr>
          <p:cNvSpPr txBox="1"/>
          <p:nvPr/>
        </p:nvSpPr>
        <p:spPr>
          <a:xfrm>
            <a:off x="5321345" y="4839122"/>
            <a:ext cx="2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Commence Approach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79B8509-1AC3-FB3D-9690-3E604AB2D8CE}"/>
              </a:ext>
            </a:extLst>
          </p:cNvPr>
          <p:cNvCxnSpPr>
            <a:cxnSpLocks/>
            <a:stCxn id="20" idx="2"/>
            <a:endCxn id="31" idx="1"/>
          </p:cNvCxnSpPr>
          <p:nvPr/>
        </p:nvCxnSpPr>
        <p:spPr>
          <a:xfrm rot="16200000" flipH="1">
            <a:off x="4451442" y="4758528"/>
            <a:ext cx="412617" cy="1327190"/>
          </a:xfrm>
          <a:prstGeom prst="bentConnector2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1D9602F-11B1-65F9-75C3-DF349E09D969}"/>
              </a:ext>
            </a:extLst>
          </p:cNvPr>
          <p:cNvSpPr txBox="1"/>
          <p:nvPr/>
        </p:nvSpPr>
        <p:spPr>
          <a:xfrm>
            <a:off x="3994155" y="5232144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60329-0821-9F8F-4177-43AB7A751F80}"/>
              </a:ext>
            </a:extLst>
          </p:cNvPr>
          <p:cNvSpPr txBox="1"/>
          <p:nvPr/>
        </p:nvSpPr>
        <p:spPr>
          <a:xfrm>
            <a:off x="5321345" y="5443766"/>
            <a:ext cx="2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Proceed To Fix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70D74-0530-7A05-5244-670C08A7B339}"/>
              </a:ext>
            </a:extLst>
          </p:cNvPr>
          <p:cNvSpPr txBox="1"/>
          <p:nvPr/>
        </p:nvSpPr>
        <p:spPr>
          <a:xfrm>
            <a:off x="5321345" y="2838543"/>
            <a:ext cx="250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Assigned &gt; Vectors &gt; Expected &gt; Filed</a:t>
            </a:r>
          </a:p>
        </p:txBody>
      </p:sp>
    </p:spTree>
    <p:extLst>
      <p:ext uri="{BB962C8B-B14F-4D97-AF65-F5344CB8AC3E}">
        <p14:creationId xmlns:p14="http://schemas.microsoft.com/office/powerpoint/2010/main" val="42470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09B2-51B9-E62B-58EC-24994E54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8F419-4E68-FCC4-AB48-A20933D3269F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0E80B-FCDD-5AEC-CD01-EBAC1F462594}"/>
              </a:ext>
            </a:extLst>
          </p:cNvPr>
          <p:cNvSpPr txBox="1"/>
          <p:nvPr/>
        </p:nvSpPr>
        <p:spPr>
          <a:xfrm>
            <a:off x="4306981" y="1574905"/>
            <a:ext cx="1759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Crew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CCF43-7299-08CA-21E3-ADBD5E353F97}"/>
              </a:ext>
            </a:extLst>
          </p:cNvPr>
          <p:cNvSpPr txBox="1"/>
          <p:nvPr/>
        </p:nvSpPr>
        <p:spPr>
          <a:xfrm>
            <a:off x="3463594" y="2561043"/>
            <a:ext cx="903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FL250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57A32-59F8-2AF7-411A-90833F0F95B6}"/>
              </a:ext>
            </a:extLst>
          </p:cNvPr>
          <p:cNvSpPr txBox="1"/>
          <p:nvPr/>
        </p:nvSpPr>
        <p:spPr>
          <a:xfrm>
            <a:off x="6103340" y="1573468"/>
            <a:ext cx="1759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Pax</a:t>
            </a:r>
          </a:p>
        </p:txBody>
      </p:sp>
      <p:sp>
        <p:nvSpPr>
          <p:cNvPr id="10" name="&quot;No&quot; Symbol 9">
            <a:extLst>
              <a:ext uri="{FF2B5EF4-FFF2-40B4-BE49-F238E27FC236}">
                <a16:creationId xmlns:a16="http://schemas.microsoft.com/office/drawing/2014/main" id="{B6D1B314-D93C-EEF9-D30B-321FD65D2B93}"/>
              </a:ext>
            </a:extLst>
          </p:cNvPr>
          <p:cNvSpPr/>
          <p:nvPr/>
        </p:nvSpPr>
        <p:spPr>
          <a:xfrm>
            <a:off x="6766975" y="3697778"/>
            <a:ext cx="478156" cy="478156"/>
          </a:xfrm>
          <a:prstGeom prst="noSmoking">
            <a:avLst>
              <a:gd name="adj" fmla="val 812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861D6-6AD5-94A7-1B65-CC5190C38E44}"/>
              </a:ext>
            </a:extLst>
          </p:cNvPr>
          <p:cNvSpPr txBox="1"/>
          <p:nvPr/>
        </p:nvSpPr>
        <p:spPr>
          <a:xfrm>
            <a:off x="3546350" y="1582391"/>
            <a:ext cx="88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Alt (ft)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27E44-4873-6EAC-A83E-5CB55C410D85}"/>
              </a:ext>
            </a:extLst>
          </p:cNvPr>
          <p:cNvCxnSpPr>
            <a:cxnSpLocks/>
          </p:cNvCxnSpPr>
          <p:nvPr/>
        </p:nvCxnSpPr>
        <p:spPr>
          <a:xfrm flipH="1">
            <a:off x="6081977" y="1539600"/>
            <a:ext cx="5322" cy="43827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BD4F66-6061-B651-9356-B552A39DF82F}"/>
              </a:ext>
            </a:extLst>
          </p:cNvPr>
          <p:cNvSpPr txBox="1"/>
          <p:nvPr/>
        </p:nvSpPr>
        <p:spPr>
          <a:xfrm>
            <a:off x="4323915" y="2023852"/>
            <a:ext cx="358473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Additional 10min for all occupants</a:t>
            </a:r>
          </a:p>
        </p:txBody>
      </p:sp>
      <p:sp>
        <p:nvSpPr>
          <p:cNvPr id="44" name="&quot;No&quot; Symbol 43">
            <a:extLst>
              <a:ext uri="{FF2B5EF4-FFF2-40B4-BE49-F238E27FC236}">
                <a16:creationId xmlns:a16="http://schemas.microsoft.com/office/drawing/2014/main" id="{EE34A09A-6AC1-39A5-3502-1AD5B34719EC}"/>
              </a:ext>
            </a:extLst>
          </p:cNvPr>
          <p:cNvSpPr/>
          <p:nvPr/>
        </p:nvSpPr>
        <p:spPr>
          <a:xfrm>
            <a:off x="6766975" y="4466161"/>
            <a:ext cx="478156" cy="478156"/>
          </a:xfrm>
          <a:prstGeom prst="noSmoking">
            <a:avLst>
              <a:gd name="adj" fmla="val 812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&quot;No&quot; Symbol 44">
            <a:extLst>
              <a:ext uri="{FF2B5EF4-FFF2-40B4-BE49-F238E27FC236}">
                <a16:creationId xmlns:a16="http://schemas.microsoft.com/office/drawing/2014/main" id="{FD4CF258-A231-815C-708A-E61DBBFFFDB3}"/>
              </a:ext>
            </a:extLst>
          </p:cNvPr>
          <p:cNvSpPr/>
          <p:nvPr/>
        </p:nvSpPr>
        <p:spPr>
          <a:xfrm>
            <a:off x="6766975" y="5271563"/>
            <a:ext cx="478156" cy="478156"/>
          </a:xfrm>
          <a:prstGeom prst="noSmoking">
            <a:avLst>
              <a:gd name="adj" fmla="val 812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&quot;No&quot; Symbol 45">
            <a:extLst>
              <a:ext uri="{FF2B5EF4-FFF2-40B4-BE49-F238E27FC236}">
                <a16:creationId xmlns:a16="http://schemas.microsoft.com/office/drawing/2014/main" id="{2319DCC1-153E-460A-6B63-7BFF2B37EEAD}"/>
              </a:ext>
            </a:extLst>
          </p:cNvPr>
          <p:cNvSpPr/>
          <p:nvPr/>
        </p:nvSpPr>
        <p:spPr>
          <a:xfrm>
            <a:off x="4951633" y="5299345"/>
            <a:ext cx="478156" cy="478156"/>
          </a:xfrm>
          <a:prstGeom prst="noSmoking">
            <a:avLst>
              <a:gd name="adj" fmla="val 8121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194789-0004-4936-F3FA-ED1CFEF5DED6}"/>
              </a:ext>
            </a:extLst>
          </p:cNvPr>
          <p:cNvSpPr txBox="1"/>
          <p:nvPr/>
        </p:nvSpPr>
        <p:spPr>
          <a:xfrm>
            <a:off x="4399359" y="4299754"/>
            <a:ext cx="160748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&gt;30min?</a:t>
            </a:r>
          </a:p>
          <a:p>
            <a:pPr algn="ctr"/>
            <a:r>
              <a:rPr lang="en-US" sz="2400" dirty="0"/>
              <a:t>Must Use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9697A2-0300-B894-DE5E-77CA900DADFD}"/>
              </a:ext>
            </a:extLst>
          </p:cNvPr>
          <p:cNvSpPr txBox="1"/>
          <p:nvPr/>
        </p:nvSpPr>
        <p:spPr>
          <a:xfrm>
            <a:off x="4382955" y="3714546"/>
            <a:ext cx="16074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Must Use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F3B568-8243-5CD7-B0A9-E25448EFB240}"/>
              </a:ext>
            </a:extLst>
          </p:cNvPr>
          <p:cNvSpPr txBox="1"/>
          <p:nvPr/>
        </p:nvSpPr>
        <p:spPr>
          <a:xfrm>
            <a:off x="4382955" y="2958497"/>
            <a:ext cx="16074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Must Use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19DF31-61A9-D1D2-00E3-ADC0A147F5C6}"/>
              </a:ext>
            </a:extLst>
          </p:cNvPr>
          <p:cNvSpPr txBox="1"/>
          <p:nvPr/>
        </p:nvSpPr>
        <p:spPr>
          <a:xfrm>
            <a:off x="6196695" y="2754274"/>
            <a:ext cx="160748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Must Be Provided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315C0B5-6F41-CA08-3F23-03862455199C}"/>
              </a:ext>
            </a:extLst>
          </p:cNvPr>
          <p:cNvCxnSpPr>
            <a:cxnSpLocks/>
          </p:cNvCxnSpPr>
          <p:nvPr/>
        </p:nvCxnSpPr>
        <p:spPr>
          <a:xfrm>
            <a:off x="4306981" y="3559188"/>
            <a:ext cx="36178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6CCE70-F72F-A63C-C52A-C25E9C87AF63}"/>
              </a:ext>
            </a:extLst>
          </p:cNvPr>
          <p:cNvCxnSpPr>
            <a:cxnSpLocks/>
          </p:cNvCxnSpPr>
          <p:nvPr/>
        </p:nvCxnSpPr>
        <p:spPr>
          <a:xfrm>
            <a:off x="4290806" y="4321188"/>
            <a:ext cx="36178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0E1CF6-0E15-2E2E-1590-81AD55F49D27}"/>
              </a:ext>
            </a:extLst>
          </p:cNvPr>
          <p:cNvCxnSpPr>
            <a:cxnSpLocks/>
          </p:cNvCxnSpPr>
          <p:nvPr/>
        </p:nvCxnSpPr>
        <p:spPr>
          <a:xfrm>
            <a:off x="4308499" y="5117056"/>
            <a:ext cx="36178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B45BE94-2E45-811E-59C7-0242E99C199D}"/>
              </a:ext>
            </a:extLst>
          </p:cNvPr>
          <p:cNvCxnSpPr>
            <a:cxnSpLocks/>
          </p:cNvCxnSpPr>
          <p:nvPr/>
        </p:nvCxnSpPr>
        <p:spPr>
          <a:xfrm flipH="1">
            <a:off x="4314689" y="1541721"/>
            <a:ext cx="11531" cy="43806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283AF5D-0B03-78D4-C565-74A8E5762678}"/>
              </a:ext>
            </a:extLst>
          </p:cNvPr>
          <p:cNvSpPr txBox="1"/>
          <p:nvPr/>
        </p:nvSpPr>
        <p:spPr>
          <a:xfrm>
            <a:off x="3587305" y="3356930"/>
            <a:ext cx="729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15</a:t>
            </a:r>
            <a:r>
              <a:rPr lang="en-US" sz="1600" dirty="0"/>
              <a:t>,</a:t>
            </a:r>
            <a:r>
              <a:rPr lang="en-US" sz="1050" dirty="0"/>
              <a:t>000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3802FD-1933-BB9C-1868-26B9DBFAFF55}"/>
              </a:ext>
            </a:extLst>
          </p:cNvPr>
          <p:cNvSpPr txBox="1"/>
          <p:nvPr/>
        </p:nvSpPr>
        <p:spPr>
          <a:xfrm>
            <a:off x="3587131" y="4130026"/>
            <a:ext cx="729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14</a:t>
            </a:r>
            <a:r>
              <a:rPr lang="en-US" sz="1200" dirty="0"/>
              <a:t>,</a:t>
            </a:r>
            <a:r>
              <a:rPr lang="en-US" sz="1050" dirty="0"/>
              <a:t>000</a:t>
            </a:r>
            <a:endParaRPr 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B09353-A615-2A8E-BD2D-4E3D9FADF995}"/>
              </a:ext>
            </a:extLst>
          </p:cNvPr>
          <p:cNvSpPr txBox="1"/>
          <p:nvPr/>
        </p:nvSpPr>
        <p:spPr>
          <a:xfrm>
            <a:off x="3585993" y="4929214"/>
            <a:ext cx="729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12</a:t>
            </a:r>
            <a:r>
              <a:rPr lang="en-US" sz="1200" dirty="0"/>
              <a:t>,5</a:t>
            </a:r>
            <a:r>
              <a:rPr lang="en-US" sz="1050" dirty="0"/>
              <a:t>00</a:t>
            </a:r>
            <a:endParaRPr lang="en-US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FD1E27-64A7-2C63-88EF-F362C7CF9EBB}"/>
              </a:ext>
            </a:extLst>
          </p:cNvPr>
          <p:cNvCxnSpPr>
            <a:cxnSpLocks/>
          </p:cNvCxnSpPr>
          <p:nvPr/>
        </p:nvCxnSpPr>
        <p:spPr>
          <a:xfrm>
            <a:off x="4314689" y="2763320"/>
            <a:ext cx="36178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D47D45-C1F4-2222-E4D3-BE56EB0BE841}"/>
              </a:ext>
            </a:extLst>
          </p:cNvPr>
          <p:cNvCxnSpPr>
            <a:cxnSpLocks/>
          </p:cNvCxnSpPr>
          <p:nvPr/>
        </p:nvCxnSpPr>
        <p:spPr>
          <a:xfrm>
            <a:off x="3561907" y="2007900"/>
            <a:ext cx="43806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33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4B10-A949-F9C9-82C0-DD66B82F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8C154A-315C-2B8C-228D-993F3016EBA3}"/>
              </a:ext>
            </a:extLst>
          </p:cNvPr>
          <p:cNvSpPr/>
          <p:nvPr/>
        </p:nvSpPr>
        <p:spPr>
          <a:xfrm>
            <a:off x="3546554" y="2645848"/>
            <a:ext cx="3291840" cy="3291840"/>
          </a:xfrm>
          <a:prstGeom prst="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MVFR</a:t>
            </a:r>
            <a:endParaRPr lang="en-US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7277C-10B1-2411-220E-DF1479CA07B3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3600" b="1" dirty="0">
                <a:solidFill>
                  <a:schemeClr val="tx1"/>
                </a:solidFill>
              </a:rPr>
              <a:t>VFR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06A37E-76BB-7442-50CA-5D836BBDA070}"/>
              </a:ext>
            </a:extLst>
          </p:cNvPr>
          <p:cNvSpPr/>
          <p:nvPr/>
        </p:nvSpPr>
        <p:spPr>
          <a:xfrm>
            <a:off x="3546554" y="3743128"/>
            <a:ext cx="2194560" cy="2194560"/>
          </a:xfrm>
          <a:prstGeom prst="rect">
            <a:avLst/>
          </a:prstGeom>
          <a:solidFill>
            <a:srgbClr val="FF0000">
              <a:alpha val="50196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IFR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50C53-36F0-F581-2084-F3A7A89BC6CC}"/>
              </a:ext>
            </a:extLst>
          </p:cNvPr>
          <p:cNvSpPr txBox="1"/>
          <p:nvPr/>
        </p:nvSpPr>
        <p:spPr>
          <a:xfrm>
            <a:off x="3561907" y="4363390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500ft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39A75-1C3E-1E40-90F3-9566EFC271D1}"/>
              </a:ext>
            </a:extLst>
          </p:cNvPr>
          <p:cNvSpPr txBox="1"/>
          <p:nvPr/>
        </p:nvSpPr>
        <p:spPr>
          <a:xfrm rot="5400000">
            <a:off x="4269589" y="5085447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1sm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EFEB7-98D2-2940-14B3-CA2E504356A5}"/>
              </a:ext>
            </a:extLst>
          </p:cNvPr>
          <p:cNvSpPr/>
          <p:nvPr/>
        </p:nvSpPr>
        <p:spPr>
          <a:xfrm>
            <a:off x="3546554" y="4840408"/>
            <a:ext cx="1097280" cy="1097280"/>
          </a:xfrm>
          <a:prstGeom prst="rect">
            <a:avLst/>
          </a:prstGeom>
          <a:solidFill>
            <a:srgbClr val="FF52FF"/>
          </a:solidFill>
          <a:ln w="38100">
            <a:solidFill>
              <a:srgbClr val="7E28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LIFR</a:t>
            </a:r>
            <a:endParaRPr 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677B5-88D0-AAFB-5702-FAC4039CFA57}"/>
              </a:ext>
            </a:extLst>
          </p:cNvPr>
          <p:cNvSpPr txBox="1"/>
          <p:nvPr/>
        </p:nvSpPr>
        <p:spPr>
          <a:xfrm>
            <a:off x="3561907" y="3266110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1,000ft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ADCDFE-2D0C-C107-1382-A7521DCF6184}"/>
              </a:ext>
            </a:extLst>
          </p:cNvPr>
          <p:cNvSpPr txBox="1"/>
          <p:nvPr/>
        </p:nvSpPr>
        <p:spPr>
          <a:xfrm>
            <a:off x="3561907" y="2146863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3,000ft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648E87-1D4E-5906-0318-4C0B87954CC7}"/>
              </a:ext>
            </a:extLst>
          </p:cNvPr>
          <p:cNvSpPr txBox="1"/>
          <p:nvPr/>
        </p:nvSpPr>
        <p:spPr>
          <a:xfrm rot="5400000">
            <a:off x="5366134" y="5085448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3sm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6D325-585C-4675-A445-96D479FE1678}"/>
              </a:ext>
            </a:extLst>
          </p:cNvPr>
          <p:cNvSpPr txBox="1"/>
          <p:nvPr/>
        </p:nvSpPr>
        <p:spPr>
          <a:xfrm rot="5400000">
            <a:off x="6462679" y="5085449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5sm</a:t>
            </a:r>
          </a:p>
        </p:txBody>
      </p:sp>
    </p:spTree>
    <p:extLst>
      <p:ext uri="{BB962C8B-B14F-4D97-AF65-F5344CB8AC3E}">
        <p14:creationId xmlns:p14="http://schemas.microsoft.com/office/powerpoint/2010/main" val="296317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9144-B37C-FB2C-C311-6E7F61F0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51BC9F-5722-1534-D74D-092F5F0F774D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B0FA93-B9CF-B895-2464-7FFA2E509FC5}"/>
              </a:ext>
            </a:extLst>
          </p:cNvPr>
          <p:cNvSpPr txBox="1"/>
          <p:nvPr/>
        </p:nvSpPr>
        <p:spPr>
          <a:xfrm>
            <a:off x="6429168" y="2279992"/>
            <a:ext cx="125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1,000ft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BC373-14AF-C4EE-8764-EBDE5D1901BB}"/>
              </a:ext>
            </a:extLst>
          </p:cNvPr>
          <p:cNvSpPr txBox="1"/>
          <p:nvPr/>
        </p:nvSpPr>
        <p:spPr>
          <a:xfrm>
            <a:off x="3760396" y="2341547"/>
            <a:ext cx="1491828" cy="400110"/>
          </a:xfrm>
          <a:prstGeom prst="rect">
            <a:avLst/>
          </a:prstGeom>
          <a:solidFill>
            <a:srgbClr val="FFFFBE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Congested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65B849-581F-48ED-FB35-A717630B9CE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252224" y="2541602"/>
            <a:ext cx="1103971" cy="0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8A4AC6-47A9-691D-5B23-2DB8A4C95BD8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4506310" y="2741657"/>
            <a:ext cx="0" cy="115869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274BCA-C861-8B04-533B-138F1818338C}"/>
              </a:ext>
            </a:extLst>
          </p:cNvPr>
          <p:cNvSpPr txBox="1"/>
          <p:nvPr/>
        </p:nvSpPr>
        <p:spPr>
          <a:xfrm>
            <a:off x="5269158" y="2234411"/>
            <a:ext cx="2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165BB-8043-15CF-2C66-08B0ACDB1E44}"/>
              </a:ext>
            </a:extLst>
          </p:cNvPr>
          <p:cNvSpPr txBox="1"/>
          <p:nvPr/>
        </p:nvSpPr>
        <p:spPr>
          <a:xfrm>
            <a:off x="4162467" y="2805762"/>
            <a:ext cx="2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7E3B2-87AC-79F1-8EDB-764CEC5BCEA3}"/>
              </a:ext>
            </a:extLst>
          </p:cNvPr>
          <p:cNvSpPr txBox="1"/>
          <p:nvPr/>
        </p:nvSpPr>
        <p:spPr>
          <a:xfrm>
            <a:off x="3657600" y="1611332"/>
            <a:ext cx="4195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Anywhere: </a:t>
            </a:r>
            <a:r>
              <a:rPr lang="en-US" dirty="0"/>
              <a:t>Allows safe emergency landing w/o hazard to people or property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60C9B2-60B7-E2D1-0121-4A43D3944078}"/>
              </a:ext>
            </a:extLst>
          </p:cNvPr>
          <p:cNvSpPr txBox="1"/>
          <p:nvPr/>
        </p:nvSpPr>
        <p:spPr>
          <a:xfrm>
            <a:off x="6491464" y="2652421"/>
            <a:ext cx="938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Above</a:t>
            </a:r>
            <a:endParaRPr lang="en-US" sz="1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BB57D3-6C62-91E0-E466-EABABB1CAB2A}"/>
              </a:ext>
            </a:extLst>
          </p:cNvPr>
          <p:cNvGrpSpPr/>
          <p:nvPr/>
        </p:nvGrpSpPr>
        <p:grpSpPr>
          <a:xfrm>
            <a:off x="3760396" y="5161733"/>
            <a:ext cx="1491828" cy="634618"/>
            <a:chOff x="6289301" y="3792837"/>
            <a:chExt cx="1491828" cy="63461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B61C64D-1B8A-7AF6-444D-5BD0706AFA74}"/>
                </a:ext>
              </a:extLst>
            </p:cNvPr>
            <p:cNvSpPr txBox="1"/>
            <p:nvPr/>
          </p:nvSpPr>
          <p:spPr>
            <a:xfrm>
              <a:off x="6407193" y="3792837"/>
              <a:ext cx="1256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500ft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3EFCB8-DACE-D840-E98E-918B1DE25CE6}"/>
                </a:ext>
              </a:extLst>
            </p:cNvPr>
            <p:cNvSpPr txBox="1"/>
            <p:nvPr/>
          </p:nvSpPr>
          <p:spPr>
            <a:xfrm>
              <a:off x="6289301" y="4088901"/>
              <a:ext cx="14918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Above Surface</a:t>
              </a:r>
              <a:endParaRPr lang="en-US" sz="14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A81FB32-2570-7150-CEA3-8FF4D5D53C03}"/>
              </a:ext>
            </a:extLst>
          </p:cNvPr>
          <p:cNvSpPr txBox="1"/>
          <p:nvPr/>
        </p:nvSpPr>
        <p:spPr>
          <a:xfrm>
            <a:off x="5597908" y="2840254"/>
            <a:ext cx="1118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2,000ft</a:t>
            </a:r>
          </a:p>
          <a:p>
            <a:pPr algn="ctr"/>
            <a:r>
              <a:rPr lang="en-US" sz="1600" dirty="0"/>
              <a:t>Radius</a:t>
            </a:r>
            <a:endParaRPr lang="en-US" sz="1400" dirty="0"/>
          </a:p>
        </p:txBody>
      </p:sp>
      <p:sp>
        <p:nvSpPr>
          <p:cNvPr id="24" name="Magnetic Disk 23">
            <a:extLst>
              <a:ext uri="{FF2B5EF4-FFF2-40B4-BE49-F238E27FC236}">
                <a16:creationId xmlns:a16="http://schemas.microsoft.com/office/drawing/2014/main" id="{9520C91B-FA0A-489A-01C7-1B1D6F76E9DD}"/>
              </a:ext>
            </a:extLst>
          </p:cNvPr>
          <p:cNvSpPr/>
          <p:nvPr/>
        </p:nvSpPr>
        <p:spPr>
          <a:xfrm>
            <a:off x="6594093" y="2692440"/>
            <a:ext cx="732971" cy="846818"/>
          </a:xfrm>
          <a:prstGeom prst="flowChartMagneticDisk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073695-E5A9-958B-2B78-B40DC358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024" y="2900986"/>
            <a:ext cx="609278" cy="722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9EB17B-BD47-B360-013F-BB83AEFF33B1}"/>
              </a:ext>
            </a:extLst>
          </p:cNvPr>
          <p:cNvSpPr txBox="1"/>
          <p:nvPr/>
        </p:nvSpPr>
        <p:spPr>
          <a:xfrm>
            <a:off x="3760396" y="3900347"/>
            <a:ext cx="1491828" cy="584775"/>
          </a:xfrm>
          <a:prstGeom prst="rect">
            <a:avLst/>
          </a:prstGeom>
          <a:solidFill>
            <a:srgbClr val="FFFFBE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Water or sparsely pop.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7A9646-DE11-90D7-EE76-E767127842AA}"/>
              </a:ext>
            </a:extLst>
          </p:cNvPr>
          <p:cNvCxnSpPr>
            <a:cxnSpLocks/>
          </p:cNvCxnSpPr>
          <p:nvPr/>
        </p:nvCxnSpPr>
        <p:spPr>
          <a:xfrm>
            <a:off x="5252224" y="4173720"/>
            <a:ext cx="1103971" cy="0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1C5971-B29D-ED86-A182-F66616A5245C}"/>
              </a:ext>
            </a:extLst>
          </p:cNvPr>
          <p:cNvSpPr txBox="1"/>
          <p:nvPr/>
        </p:nvSpPr>
        <p:spPr>
          <a:xfrm>
            <a:off x="5269158" y="3866529"/>
            <a:ext cx="2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5F6D2-BD5D-F44F-C359-69B6C9A4A296}"/>
              </a:ext>
            </a:extLst>
          </p:cNvPr>
          <p:cNvSpPr txBox="1"/>
          <p:nvPr/>
        </p:nvSpPr>
        <p:spPr>
          <a:xfrm>
            <a:off x="4153501" y="4536461"/>
            <a:ext cx="2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</a:t>
            </a:r>
            <a:endParaRPr lang="en-US" sz="14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4BD3CD-C0CE-5CDD-82D2-34C71A787BF2}"/>
              </a:ext>
            </a:extLst>
          </p:cNvPr>
          <p:cNvGrpSpPr/>
          <p:nvPr/>
        </p:nvGrpSpPr>
        <p:grpSpPr>
          <a:xfrm>
            <a:off x="5920691" y="3906977"/>
            <a:ext cx="2021830" cy="1485653"/>
            <a:chOff x="5920691" y="3906977"/>
            <a:chExt cx="2021830" cy="148565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BB6253-E57F-2C95-0A74-D79867691420}"/>
                </a:ext>
              </a:extLst>
            </p:cNvPr>
            <p:cNvSpPr txBox="1"/>
            <p:nvPr/>
          </p:nvSpPr>
          <p:spPr>
            <a:xfrm>
              <a:off x="6308109" y="3906977"/>
              <a:ext cx="12560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500ft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C041029-1460-D39F-C660-CD34F73F2FB0}"/>
                </a:ext>
              </a:extLst>
            </p:cNvPr>
            <p:cNvSpPr txBox="1"/>
            <p:nvPr/>
          </p:nvSpPr>
          <p:spPr>
            <a:xfrm>
              <a:off x="5920691" y="4807855"/>
              <a:ext cx="20218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From person, vessel, vehicle or structure</a:t>
              </a:r>
              <a:endParaRPr lang="en-US" sz="14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7E8C3BB-438C-227B-3F9D-CFDD8046846F}"/>
                </a:ext>
              </a:extLst>
            </p:cNvPr>
            <p:cNvGrpSpPr/>
            <p:nvPr/>
          </p:nvGrpSpPr>
          <p:grpSpPr>
            <a:xfrm>
              <a:off x="6402181" y="4308694"/>
              <a:ext cx="1055642" cy="1055642"/>
              <a:chOff x="8886924" y="3267307"/>
              <a:chExt cx="1327593" cy="1327593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A5999488-D2DB-0FF4-5B6A-BA928551E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9368" y="3506118"/>
                <a:ext cx="422704" cy="451265"/>
              </a:xfrm>
              <a:prstGeom prst="rect">
                <a:avLst/>
              </a:prstGeom>
            </p:spPr>
          </p:pic>
          <p:sp>
            <p:nvSpPr>
              <p:cNvPr id="35" name="Chord 34">
                <a:extLst>
                  <a:ext uri="{FF2B5EF4-FFF2-40B4-BE49-F238E27FC236}">
                    <a16:creationId xmlns:a16="http://schemas.microsoft.com/office/drawing/2014/main" id="{B9485F4B-CB2D-46CC-478E-BF3AE8E2CDE6}"/>
                  </a:ext>
                </a:extLst>
              </p:cNvPr>
              <p:cNvSpPr/>
              <p:nvPr/>
            </p:nvSpPr>
            <p:spPr>
              <a:xfrm rot="5400000">
                <a:off x="8886924" y="3267307"/>
                <a:ext cx="1327593" cy="1327593"/>
              </a:xfrm>
              <a:prstGeom prst="chord">
                <a:avLst>
                  <a:gd name="adj1" fmla="val 5407576"/>
                  <a:gd name="adj2" fmla="val 16200000"/>
                </a:avLst>
              </a:prstGeom>
              <a:solidFill>
                <a:schemeClr val="accent1">
                  <a:alpha val="3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B98A30-3C0A-8425-83B3-F4088D489CA2}"/>
              </a:ext>
            </a:extLst>
          </p:cNvPr>
          <p:cNvCxnSpPr>
            <a:cxnSpLocks/>
          </p:cNvCxnSpPr>
          <p:nvPr/>
        </p:nvCxnSpPr>
        <p:spPr>
          <a:xfrm>
            <a:off x="4506310" y="4485122"/>
            <a:ext cx="0" cy="743827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81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D9F4DDE0-7C6F-31AC-B0D0-FE58BB971CDF}"/>
              </a:ext>
            </a:extLst>
          </p:cNvPr>
          <p:cNvSpPr/>
          <p:nvPr/>
        </p:nvSpPr>
        <p:spPr>
          <a:xfrm rot="10800000">
            <a:off x="4519814" y="1836007"/>
            <a:ext cx="3253563" cy="3253563"/>
          </a:xfrm>
          <a:prstGeom prst="pie">
            <a:avLst>
              <a:gd name="adj1" fmla="val 5399999"/>
              <a:gd name="adj2" fmla="val 15906695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Pie 2">
            <a:extLst>
              <a:ext uri="{FF2B5EF4-FFF2-40B4-BE49-F238E27FC236}">
                <a16:creationId xmlns:a16="http://schemas.microsoft.com/office/drawing/2014/main" id="{304BEA80-54D6-1211-C247-CEB102D655DD}"/>
              </a:ext>
            </a:extLst>
          </p:cNvPr>
          <p:cNvSpPr/>
          <p:nvPr/>
        </p:nvSpPr>
        <p:spPr>
          <a:xfrm>
            <a:off x="4519814" y="1836007"/>
            <a:ext cx="3253563" cy="3253563"/>
          </a:xfrm>
          <a:prstGeom prst="pie">
            <a:avLst>
              <a:gd name="adj1" fmla="val 5399999"/>
              <a:gd name="adj2" fmla="val 1590669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C34D-EACC-D35C-9A9C-364E532C0C20}"/>
              </a:ext>
            </a:extLst>
          </p:cNvPr>
          <p:cNvSpPr txBox="1"/>
          <p:nvPr/>
        </p:nvSpPr>
        <p:spPr>
          <a:xfrm>
            <a:off x="6381008" y="2274838"/>
            <a:ext cx="1488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0°-179°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3,500</a:t>
            </a:r>
          </a:p>
          <a:p>
            <a:r>
              <a:rPr lang="en-US" dirty="0"/>
              <a:t>5,500</a:t>
            </a:r>
          </a:p>
          <a:p>
            <a:r>
              <a:rPr lang="en-US" dirty="0"/>
              <a:t>7,500</a:t>
            </a:r>
          </a:p>
          <a:p>
            <a:r>
              <a:rPr lang="en-US" dirty="0"/>
              <a:t>9,500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Odd,500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04210-CD5E-0A51-5BE5-3296E85A806B}"/>
              </a:ext>
            </a:extLst>
          </p:cNvPr>
          <p:cNvSpPr txBox="1"/>
          <p:nvPr/>
        </p:nvSpPr>
        <p:spPr>
          <a:xfrm>
            <a:off x="4903083" y="2274838"/>
            <a:ext cx="1488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180°-359°</a:t>
            </a:r>
          </a:p>
          <a:p>
            <a:endParaRPr lang="en-US" u="sng" dirty="0"/>
          </a:p>
          <a:p>
            <a:r>
              <a:rPr lang="en-US" dirty="0"/>
              <a:t>4,500</a:t>
            </a:r>
          </a:p>
          <a:p>
            <a:r>
              <a:rPr lang="en-US" dirty="0"/>
              <a:t>6,500</a:t>
            </a:r>
          </a:p>
          <a:p>
            <a:r>
              <a:rPr lang="en-US" dirty="0"/>
              <a:t>8,500</a:t>
            </a:r>
          </a:p>
          <a:p>
            <a:r>
              <a:rPr lang="en-US" dirty="0"/>
              <a:t>10,500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Evn,500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34732-C1BF-9343-0343-EAD9E6CC2040}"/>
              </a:ext>
            </a:extLst>
          </p:cNvPr>
          <p:cNvSpPr txBox="1"/>
          <p:nvPr/>
        </p:nvSpPr>
        <p:spPr>
          <a:xfrm>
            <a:off x="4519812" y="1836006"/>
            <a:ext cx="1010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&gt; 3,000ft</a:t>
            </a:r>
          </a:p>
        </p:txBody>
      </p:sp>
    </p:spTree>
    <p:extLst>
      <p:ext uri="{BB962C8B-B14F-4D97-AF65-F5344CB8AC3E}">
        <p14:creationId xmlns:p14="http://schemas.microsoft.com/office/powerpoint/2010/main" val="303806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D76B7A5D-4E9E-8353-7381-12BD292E5C4A}"/>
              </a:ext>
            </a:extLst>
          </p:cNvPr>
          <p:cNvGrpSpPr/>
          <p:nvPr/>
        </p:nvGrpSpPr>
        <p:grpSpPr>
          <a:xfrm>
            <a:off x="3905693" y="1222859"/>
            <a:ext cx="4380615" cy="4412283"/>
            <a:chOff x="141814" y="92931"/>
            <a:chExt cx="4380615" cy="4412283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3554360-8049-73E9-38DD-35AA2F215ABC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1022564" y="2470666"/>
              <a:ext cx="2382709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28D2D0F-1866-0696-6452-BA68C02A9DCB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022564" y="2013466"/>
              <a:ext cx="2951002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34AF45A-5DFB-C6B5-7292-0F5C3284B60D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022564" y="1099066"/>
              <a:ext cx="299385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04D399-050A-3CB2-C00E-B8DE32889C32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1022564" y="637172"/>
              <a:ext cx="2993856" cy="469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97D2873-20E5-E50F-37FC-EB2A656DF277}"/>
                </a:ext>
              </a:extLst>
            </p:cNvPr>
            <p:cNvSpPr/>
            <p:nvPr/>
          </p:nvSpPr>
          <p:spPr>
            <a:xfrm>
              <a:off x="141814" y="92931"/>
              <a:ext cx="4380614" cy="43806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3DC81B-D107-60A8-527E-B39DCC202183}"/>
                </a:ext>
              </a:extLst>
            </p:cNvPr>
            <p:cNvSpPr txBox="1"/>
            <p:nvPr/>
          </p:nvSpPr>
          <p:spPr>
            <a:xfrm>
              <a:off x="155018" y="457200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60,000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80DE82-F149-10D6-2736-9D1D60DE486D}"/>
                </a:ext>
              </a:extLst>
            </p:cNvPr>
            <p:cNvSpPr txBox="1"/>
            <p:nvPr/>
          </p:nvSpPr>
          <p:spPr>
            <a:xfrm>
              <a:off x="155018" y="914400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45,000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693BB8-0148-771F-5C72-6E59778FF794}"/>
                </a:ext>
              </a:extLst>
            </p:cNvPr>
            <p:cNvSpPr txBox="1"/>
            <p:nvPr/>
          </p:nvSpPr>
          <p:spPr>
            <a:xfrm>
              <a:off x="155018" y="1828800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18,000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80E1B7-9907-33FC-884D-344DC3F9B4E1}"/>
                </a:ext>
              </a:extLst>
            </p:cNvPr>
            <p:cNvSpPr txBox="1"/>
            <p:nvPr/>
          </p:nvSpPr>
          <p:spPr>
            <a:xfrm>
              <a:off x="155018" y="2286000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14,500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F6997A-9F45-573B-AADF-266CF6FE15B6}"/>
                </a:ext>
              </a:extLst>
            </p:cNvPr>
            <p:cNvSpPr txBox="1"/>
            <p:nvPr/>
          </p:nvSpPr>
          <p:spPr>
            <a:xfrm>
              <a:off x="3539054" y="2791427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12,900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7DC4F1-7017-448B-6101-B9AFA891F14E}"/>
                </a:ext>
              </a:extLst>
            </p:cNvPr>
            <p:cNvSpPr txBox="1"/>
            <p:nvPr/>
          </p:nvSpPr>
          <p:spPr>
            <a:xfrm>
              <a:off x="155018" y="2743200"/>
              <a:ext cx="8675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12,000	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2C2DAF-A771-3272-48A7-43630CF1AEF1}"/>
                </a:ext>
              </a:extLst>
            </p:cNvPr>
            <p:cNvSpPr txBox="1"/>
            <p:nvPr/>
          </p:nvSpPr>
          <p:spPr>
            <a:xfrm>
              <a:off x="278450" y="3200400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5,000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BB0A7EF-2DAA-30CD-C4EB-EAE664FBF746}"/>
                </a:ext>
              </a:extLst>
            </p:cNvPr>
            <p:cNvSpPr/>
            <p:nvPr/>
          </p:nvSpPr>
          <p:spPr>
            <a:xfrm>
              <a:off x="1039576" y="2927866"/>
              <a:ext cx="457200" cy="9053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3F7800-0BB2-183A-02B0-DDFE03DAF5A6}"/>
                </a:ext>
              </a:extLst>
            </p:cNvPr>
            <p:cNvSpPr/>
            <p:nvPr/>
          </p:nvSpPr>
          <p:spPr>
            <a:xfrm>
              <a:off x="1531183" y="2012391"/>
              <a:ext cx="457200" cy="18207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F4ADAD-6260-F685-859A-AB76789BB13C}"/>
                </a:ext>
              </a:extLst>
            </p:cNvPr>
            <p:cNvSpPr txBox="1"/>
            <p:nvPr/>
          </p:nvSpPr>
          <p:spPr>
            <a:xfrm>
              <a:off x="1039576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592457-9421-5EAB-6D86-DC26FE14A870}"/>
                </a:ext>
              </a:extLst>
            </p:cNvPr>
            <p:cNvSpPr txBox="1"/>
            <p:nvPr/>
          </p:nvSpPr>
          <p:spPr>
            <a:xfrm>
              <a:off x="1531183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0AAF766-F212-15DE-00E8-11A43E6B7EEF}"/>
                </a:ext>
              </a:extLst>
            </p:cNvPr>
            <p:cNvSpPr/>
            <p:nvPr/>
          </p:nvSpPr>
          <p:spPr>
            <a:xfrm>
              <a:off x="2021241" y="2469948"/>
              <a:ext cx="457200" cy="136322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066B6E-F38B-8DAC-197F-E0A25357CA09}"/>
                </a:ext>
              </a:extLst>
            </p:cNvPr>
            <p:cNvSpPr/>
            <p:nvPr/>
          </p:nvSpPr>
          <p:spPr>
            <a:xfrm>
              <a:off x="2021241" y="2008055"/>
              <a:ext cx="457200" cy="46189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FE78C2-D5B3-EA7A-ECF3-D3FA1F3DA2C8}"/>
                </a:ext>
              </a:extLst>
            </p:cNvPr>
            <p:cNvSpPr txBox="1"/>
            <p:nvPr/>
          </p:nvSpPr>
          <p:spPr>
            <a:xfrm>
              <a:off x="2009366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839814-738F-A88C-1891-233E63356084}"/>
                </a:ext>
              </a:extLst>
            </p:cNvPr>
            <p:cNvSpPr txBox="1"/>
            <p:nvPr/>
          </p:nvSpPr>
          <p:spPr>
            <a:xfrm>
              <a:off x="1022565" y="104676"/>
              <a:ext cx="349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Radius from Facility (nm)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D67DA7-DE2C-C5E2-0B58-D9E573E1E7EC}"/>
                </a:ext>
              </a:extLst>
            </p:cNvPr>
            <p:cNvSpPr/>
            <p:nvPr/>
          </p:nvSpPr>
          <p:spPr>
            <a:xfrm>
              <a:off x="2021241" y="1103758"/>
              <a:ext cx="457199" cy="90970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130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5C67A3-3582-9691-5992-680E75ACE572}"/>
                </a:ext>
              </a:extLst>
            </p:cNvPr>
            <p:cNvSpPr/>
            <p:nvPr/>
          </p:nvSpPr>
          <p:spPr>
            <a:xfrm>
              <a:off x="2021241" y="638251"/>
              <a:ext cx="457200" cy="46189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100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904959-9BFD-7E00-8D8C-B64955E85FE9}"/>
                </a:ext>
              </a:extLst>
            </p:cNvPr>
            <p:cNvSpPr/>
            <p:nvPr/>
          </p:nvSpPr>
          <p:spPr>
            <a:xfrm>
              <a:off x="2511299" y="3332037"/>
              <a:ext cx="457200" cy="50113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7E528E-77C5-694E-D1A3-8A3AF15AE02D}"/>
                </a:ext>
              </a:extLst>
            </p:cNvPr>
            <p:cNvSpPr/>
            <p:nvPr/>
          </p:nvSpPr>
          <p:spPr>
            <a:xfrm>
              <a:off x="2511299" y="2008055"/>
              <a:ext cx="457200" cy="1323973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3BA8F6-1058-99F5-8F3F-1C700684AAA9}"/>
                </a:ext>
              </a:extLst>
            </p:cNvPr>
            <p:cNvSpPr txBox="1"/>
            <p:nvPr/>
          </p:nvSpPr>
          <p:spPr>
            <a:xfrm>
              <a:off x="2511299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VL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6FA7681-69B1-59E4-8E22-7E06123B4DE6}"/>
                </a:ext>
              </a:extLst>
            </p:cNvPr>
            <p:cNvSpPr/>
            <p:nvPr/>
          </p:nvSpPr>
          <p:spPr>
            <a:xfrm>
              <a:off x="3011355" y="3332028"/>
              <a:ext cx="457200" cy="50114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F8E25A0-63A4-8C8A-5A36-57BEC0D02DB3}"/>
                </a:ext>
              </a:extLst>
            </p:cNvPr>
            <p:cNvSpPr/>
            <p:nvPr/>
          </p:nvSpPr>
          <p:spPr>
            <a:xfrm>
              <a:off x="3011355" y="2014542"/>
              <a:ext cx="457200" cy="45540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100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C264A51-EB97-2C7F-2927-260F9DECA162}"/>
                </a:ext>
              </a:extLst>
            </p:cNvPr>
            <p:cNvSpPr/>
            <p:nvPr/>
          </p:nvSpPr>
          <p:spPr>
            <a:xfrm>
              <a:off x="3011355" y="1103757"/>
              <a:ext cx="457199" cy="91078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130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457E6CF-26A1-8496-161F-E997CC6F2FE5}"/>
                </a:ext>
              </a:extLst>
            </p:cNvPr>
            <p:cNvSpPr/>
            <p:nvPr/>
          </p:nvSpPr>
          <p:spPr>
            <a:xfrm>
              <a:off x="3011355" y="638250"/>
              <a:ext cx="457200" cy="461894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100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F392915-01F0-9618-A1F6-23377F7ACF1E}"/>
                </a:ext>
              </a:extLst>
            </p:cNvPr>
            <p:cNvSpPr/>
            <p:nvPr/>
          </p:nvSpPr>
          <p:spPr>
            <a:xfrm>
              <a:off x="3011355" y="2469948"/>
              <a:ext cx="457200" cy="86208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AB2F46-58D2-307B-9986-28DD0F4EB75A}"/>
                </a:ext>
              </a:extLst>
            </p:cNvPr>
            <p:cNvSpPr txBox="1"/>
            <p:nvPr/>
          </p:nvSpPr>
          <p:spPr>
            <a:xfrm>
              <a:off x="3011354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VH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69FC34-53C7-2AE1-674C-E843B917DD6A}"/>
                </a:ext>
              </a:extLst>
            </p:cNvPr>
            <p:cNvSpPr txBox="1"/>
            <p:nvPr/>
          </p:nvSpPr>
          <p:spPr>
            <a:xfrm>
              <a:off x="3516366" y="3856265"/>
              <a:ext cx="45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DL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53EEB1-44AB-4072-8C15-7473063C82AC}"/>
                </a:ext>
              </a:extLst>
            </p:cNvPr>
            <p:cNvSpPr txBox="1"/>
            <p:nvPr/>
          </p:nvSpPr>
          <p:spPr>
            <a:xfrm>
              <a:off x="4016420" y="3856265"/>
              <a:ext cx="506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DH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C310C9-EA86-A3E4-CD48-8C5435055F6A}"/>
                </a:ext>
              </a:extLst>
            </p:cNvPr>
            <p:cNvSpPr/>
            <p:nvPr/>
          </p:nvSpPr>
          <p:spPr>
            <a:xfrm>
              <a:off x="3503792" y="2014541"/>
              <a:ext cx="457199" cy="776882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130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A0A53C0-3C4B-2378-6935-D22B7AF995AF}"/>
                </a:ext>
              </a:extLst>
            </p:cNvPr>
            <p:cNvSpPr txBox="1"/>
            <p:nvPr/>
          </p:nvSpPr>
          <p:spPr>
            <a:xfrm>
              <a:off x="278450" y="3657600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1,000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7704A7E-EC2E-DF52-9ACA-DCA7A9E5AC74}"/>
                </a:ext>
              </a:extLst>
            </p:cNvPr>
            <p:cNvSpPr/>
            <p:nvPr/>
          </p:nvSpPr>
          <p:spPr>
            <a:xfrm>
              <a:off x="3997870" y="1100144"/>
              <a:ext cx="457199" cy="1691275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130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1E363E-9E34-F622-8712-5A53B5BB137B}"/>
                </a:ext>
              </a:extLst>
            </p:cNvPr>
            <p:cNvSpPr/>
            <p:nvPr/>
          </p:nvSpPr>
          <p:spPr>
            <a:xfrm>
              <a:off x="4001180" y="637172"/>
              <a:ext cx="457200" cy="461894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/>
                <a:t>100</a:t>
              </a:r>
            </a:p>
          </p:txBody>
        </p:sp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1CD0E419-D9F3-DF23-EDDE-E23A4E106BB9}"/>
                </a:ext>
              </a:extLst>
            </p:cNvPr>
            <p:cNvSpPr/>
            <p:nvPr/>
          </p:nvSpPr>
          <p:spPr>
            <a:xfrm rot="16200000">
              <a:off x="1721179" y="3521048"/>
              <a:ext cx="103497" cy="1278540"/>
            </a:xfrm>
            <a:prstGeom prst="leftBrace">
              <a:avLst>
                <a:gd name="adj1" fmla="val 5665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011C145-2DCA-FADD-9903-F9444C7E0C95}"/>
                </a:ext>
              </a:extLst>
            </p:cNvPr>
            <p:cNvSpPr txBox="1"/>
            <p:nvPr/>
          </p:nvSpPr>
          <p:spPr>
            <a:xfrm>
              <a:off x="1134832" y="4145091"/>
              <a:ext cx="12777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Legacy VOR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1B635E-0DE0-0FF3-B62F-B6889B95D803}"/>
                </a:ext>
              </a:extLst>
            </p:cNvPr>
            <p:cNvSpPr txBox="1"/>
            <p:nvPr/>
          </p:nvSpPr>
          <p:spPr>
            <a:xfrm>
              <a:off x="3637639" y="4129252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DME</a:t>
              </a:r>
            </a:p>
          </p:txBody>
        </p:sp>
        <p:sp>
          <p:nvSpPr>
            <p:cNvPr id="46" name="Left Brace 45">
              <a:extLst>
                <a:ext uri="{FF2B5EF4-FFF2-40B4-BE49-F238E27FC236}">
                  <a16:creationId xmlns:a16="http://schemas.microsoft.com/office/drawing/2014/main" id="{FD61F600-1D9D-B72B-8E50-56ACFA76A298}"/>
                </a:ext>
              </a:extLst>
            </p:cNvPr>
            <p:cNvSpPr/>
            <p:nvPr/>
          </p:nvSpPr>
          <p:spPr>
            <a:xfrm rot="16200000">
              <a:off x="3934835" y="3732956"/>
              <a:ext cx="103497" cy="854724"/>
            </a:xfrm>
            <a:prstGeom prst="leftBrace">
              <a:avLst>
                <a:gd name="adj1" fmla="val 5665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7A5A74-83E3-17D3-8063-C53484C8EE4A}"/>
                </a:ext>
              </a:extLst>
            </p:cNvPr>
            <p:cNvSpPr txBox="1"/>
            <p:nvPr/>
          </p:nvSpPr>
          <p:spPr>
            <a:xfrm>
              <a:off x="155017" y="104676"/>
              <a:ext cx="867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Alt (ft)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00C4E8A-1F35-246A-E305-AD6733CCCC0A}"/>
                </a:ext>
              </a:extLst>
            </p:cNvPr>
            <p:cNvSpPr txBox="1"/>
            <p:nvPr/>
          </p:nvSpPr>
          <p:spPr>
            <a:xfrm>
              <a:off x="2697952" y="4135882"/>
              <a:ext cx="6385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VOR</a:t>
              </a:r>
            </a:p>
          </p:txBody>
        </p:sp>
        <p:sp>
          <p:nvSpPr>
            <p:cNvPr id="56" name="Left Brace 55">
              <a:extLst>
                <a:ext uri="{FF2B5EF4-FFF2-40B4-BE49-F238E27FC236}">
                  <a16:creationId xmlns:a16="http://schemas.microsoft.com/office/drawing/2014/main" id="{235EA042-9A63-D476-61E7-BA4EE8F9CE0C}"/>
                </a:ext>
              </a:extLst>
            </p:cNvPr>
            <p:cNvSpPr/>
            <p:nvPr/>
          </p:nvSpPr>
          <p:spPr>
            <a:xfrm rot="16200000">
              <a:off x="2966604" y="3737495"/>
              <a:ext cx="103497" cy="854724"/>
            </a:xfrm>
            <a:prstGeom prst="leftBrace">
              <a:avLst>
                <a:gd name="adj1" fmla="val 5665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936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DA0EB67-9B0C-1BE3-1BC6-F3604F12BA90}"/>
              </a:ext>
            </a:extLst>
          </p:cNvPr>
          <p:cNvSpPr/>
          <p:nvPr/>
        </p:nvSpPr>
        <p:spPr>
          <a:xfrm>
            <a:off x="3718560" y="1051560"/>
            <a:ext cx="4754880" cy="4754880"/>
          </a:xfrm>
          <a:prstGeom prst="ellipse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9000">
                <a:schemeClr val="tx1">
                  <a:lumMod val="75000"/>
                  <a:lumOff val="25000"/>
                </a:schemeClr>
              </a:gs>
              <a:gs pos="82000">
                <a:srgbClr val="8BCEED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y">
            <a:extLst>
              <a:ext uri="{FF2B5EF4-FFF2-40B4-BE49-F238E27FC236}">
                <a16:creationId xmlns:a16="http://schemas.microsoft.com/office/drawing/2014/main" id="{A06ED12C-B533-1998-B44A-C4A083346DC3}"/>
              </a:ext>
            </a:extLst>
          </p:cNvPr>
          <p:cNvSpPr txBox="1"/>
          <p:nvPr/>
        </p:nvSpPr>
        <p:spPr>
          <a:xfrm>
            <a:off x="5547360" y="5074920"/>
            <a:ext cx="109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Day</a:t>
            </a:r>
          </a:p>
        </p:txBody>
      </p:sp>
      <p:sp>
        <p:nvSpPr>
          <p:cNvPr id="7" name="Sunset">
            <a:extLst>
              <a:ext uri="{FF2B5EF4-FFF2-40B4-BE49-F238E27FC236}">
                <a16:creationId xmlns:a16="http://schemas.microsoft.com/office/drawing/2014/main" id="{B23D6ABF-C8D5-BD33-EDCD-44B92C55E7AF}"/>
              </a:ext>
            </a:extLst>
          </p:cNvPr>
          <p:cNvSpPr txBox="1"/>
          <p:nvPr/>
        </p:nvSpPr>
        <p:spPr>
          <a:xfrm>
            <a:off x="3983261" y="4206240"/>
            <a:ext cx="1423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Sunset</a:t>
            </a:r>
          </a:p>
        </p:txBody>
      </p:sp>
      <p:sp>
        <p:nvSpPr>
          <p:cNvPr id="8" name="Sunrise">
            <a:extLst>
              <a:ext uri="{FF2B5EF4-FFF2-40B4-BE49-F238E27FC236}">
                <a16:creationId xmlns:a16="http://schemas.microsoft.com/office/drawing/2014/main" id="{1E496A3E-823F-AA0A-3178-E8A3C6273BF8}"/>
              </a:ext>
            </a:extLst>
          </p:cNvPr>
          <p:cNvSpPr txBox="1"/>
          <p:nvPr/>
        </p:nvSpPr>
        <p:spPr>
          <a:xfrm>
            <a:off x="6598924" y="4206240"/>
            <a:ext cx="1634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Sunrise</a:t>
            </a:r>
          </a:p>
        </p:txBody>
      </p:sp>
      <p:sp>
        <p:nvSpPr>
          <p:cNvPr id="14" name="Twilights">
            <a:extLst>
              <a:ext uri="{FF2B5EF4-FFF2-40B4-BE49-F238E27FC236}">
                <a16:creationId xmlns:a16="http://schemas.microsoft.com/office/drawing/2014/main" id="{AB20F494-2424-1EFF-70C2-E60085A97422}"/>
              </a:ext>
            </a:extLst>
          </p:cNvPr>
          <p:cNvSpPr txBox="1"/>
          <p:nvPr/>
        </p:nvSpPr>
        <p:spPr>
          <a:xfrm>
            <a:off x="4958543" y="3794760"/>
            <a:ext cx="2231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Civil Twilights</a:t>
            </a:r>
          </a:p>
        </p:txBody>
      </p:sp>
      <p:cxnSp>
        <p:nvCxnSpPr>
          <p:cNvPr id="21" name="Twilight Dash">
            <a:extLst>
              <a:ext uri="{FF2B5EF4-FFF2-40B4-BE49-F238E27FC236}">
                <a16:creationId xmlns:a16="http://schemas.microsoft.com/office/drawing/2014/main" id="{0ED0C041-B822-A360-60C7-CF9B3CAF5E0F}"/>
              </a:ext>
            </a:extLst>
          </p:cNvPr>
          <p:cNvCxnSpPr>
            <a:cxnSpLocks/>
          </p:cNvCxnSpPr>
          <p:nvPr/>
        </p:nvCxnSpPr>
        <p:spPr>
          <a:xfrm>
            <a:off x="4267200" y="3783657"/>
            <a:ext cx="36576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Minus 1">
            <a:extLst>
              <a:ext uri="{FF2B5EF4-FFF2-40B4-BE49-F238E27FC236}">
                <a16:creationId xmlns:a16="http://schemas.microsoft.com/office/drawing/2014/main" id="{DD5D0319-0D35-6C89-E0C2-D930114C6765}"/>
              </a:ext>
            </a:extLst>
          </p:cNvPr>
          <p:cNvSpPr txBox="1"/>
          <p:nvPr/>
        </p:nvSpPr>
        <p:spPr>
          <a:xfrm>
            <a:off x="6300802" y="3200400"/>
            <a:ext cx="1441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</a:rPr>
              <a:t>Sunrise-1h</a:t>
            </a:r>
          </a:p>
        </p:txBody>
      </p:sp>
      <p:sp>
        <p:nvSpPr>
          <p:cNvPr id="16" name="Plus 1">
            <a:extLst>
              <a:ext uri="{FF2B5EF4-FFF2-40B4-BE49-F238E27FC236}">
                <a16:creationId xmlns:a16="http://schemas.microsoft.com/office/drawing/2014/main" id="{B892C52E-4574-4A5F-F6CC-EC60958B1EA3}"/>
              </a:ext>
            </a:extLst>
          </p:cNvPr>
          <p:cNvSpPr txBox="1"/>
          <p:nvPr/>
        </p:nvSpPr>
        <p:spPr>
          <a:xfrm>
            <a:off x="4450081" y="3200400"/>
            <a:ext cx="1423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Sunset+1h</a:t>
            </a:r>
          </a:p>
        </p:txBody>
      </p:sp>
      <p:sp>
        <p:nvSpPr>
          <p:cNvPr id="28" name="Arc Inner">
            <a:extLst>
              <a:ext uri="{FF2B5EF4-FFF2-40B4-BE49-F238E27FC236}">
                <a16:creationId xmlns:a16="http://schemas.microsoft.com/office/drawing/2014/main" id="{3E1A6674-6926-95F8-3120-82BB5845B47A}"/>
              </a:ext>
            </a:extLst>
          </p:cNvPr>
          <p:cNvSpPr/>
          <p:nvPr/>
        </p:nvSpPr>
        <p:spPr>
          <a:xfrm>
            <a:off x="4632960" y="1965960"/>
            <a:ext cx="2926080" cy="2926080"/>
          </a:xfrm>
          <a:prstGeom prst="arc">
            <a:avLst>
              <a:gd name="adj1" fmla="val 11263135"/>
              <a:gd name="adj2" fmla="val 20990587"/>
            </a:avLst>
          </a:prstGeom>
          <a:ln w="3048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Inner">
            <a:extLst>
              <a:ext uri="{FF2B5EF4-FFF2-40B4-BE49-F238E27FC236}">
                <a16:creationId xmlns:a16="http://schemas.microsoft.com/office/drawing/2014/main" id="{C6B74F49-876F-3545-B173-99AFE083E7F0}"/>
              </a:ext>
            </a:extLst>
          </p:cNvPr>
          <p:cNvSpPr txBox="1"/>
          <p:nvPr/>
        </p:nvSpPr>
        <p:spPr>
          <a:xfrm>
            <a:off x="4632960" y="2011680"/>
            <a:ext cx="2926080" cy="292608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134535"/>
              </a:avLst>
            </a:prstTxWarp>
            <a:spAutoFit/>
          </a:bodyPr>
          <a:lstStyle/>
          <a:p>
            <a:pPr algn="ctr"/>
            <a:r>
              <a:rPr lang="en-US" sz="2400" b="1" dirty="0"/>
              <a:t>Night Currency</a:t>
            </a:r>
          </a:p>
        </p:txBody>
      </p:sp>
      <p:sp>
        <p:nvSpPr>
          <p:cNvPr id="18" name="Arc Middle">
            <a:extLst>
              <a:ext uri="{FF2B5EF4-FFF2-40B4-BE49-F238E27FC236}">
                <a16:creationId xmlns:a16="http://schemas.microsoft.com/office/drawing/2014/main" id="{4FFB7B98-2C7D-8AA5-51B5-A51414306DA6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arc">
            <a:avLst>
              <a:gd name="adj1" fmla="val 10107768"/>
              <a:gd name="adj2" fmla="val 651427"/>
            </a:avLst>
          </a:prstGeom>
          <a:ln w="304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1828800" bIns="91440" rtlCol="0" anchor="ctr"/>
          <a:lstStyle/>
          <a:p>
            <a:pPr algn="ctr"/>
            <a:endParaRPr lang="en-US" dirty="0"/>
          </a:p>
        </p:txBody>
      </p:sp>
      <p:sp>
        <p:nvSpPr>
          <p:cNvPr id="19" name="TextBox Middle">
            <a:extLst>
              <a:ext uri="{FF2B5EF4-FFF2-40B4-BE49-F238E27FC236}">
                <a16:creationId xmlns:a16="http://schemas.microsoft.com/office/drawing/2014/main" id="{F905C32B-9C05-E262-0616-23CEC04E6647}"/>
              </a:ext>
            </a:extLst>
          </p:cNvPr>
          <p:cNvSpPr txBox="1"/>
          <p:nvPr/>
        </p:nvSpPr>
        <p:spPr>
          <a:xfrm>
            <a:off x="4315968" y="1645920"/>
            <a:ext cx="3566160" cy="3657600"/>
          </a:xfrm>
          <a:prstGeom prst="rect">
            <a:avLst/>
          </a:prstGeom>
          <a:noFill/>
        </p:spPr>
        <p:txBody>
          <a:bodyPr wrap="square" lIns="914400" tIns="914400" rIns="914400" bIns="914400" rtlCol="0" anchor="t" anchorCtr="0">
            <a:prstTxWarp prst="textArchUp">
              <a:avLst>
                <a:gd name="adj" fmla="val 6940555"/>
              </a:avLst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Log Night – Sport Pilot Night</a:t>
            </a:r>
          </a:p>
        </p:txBody>
      </p:sp>
      <p:sp>
        <p:nvSpPr>
          <p:cNvPr id="25" name="Arc Outer">
            <a:extLst>
              <a:ext uri="{FF2B5EF4-FFF2-40B4-BE49-F238E27FC236}">
                <a16:creationId xmlns:a16="http://schemas.microsoft.com/office/drawing/2014/main" id="{3D657005-8892-9369-BABA-960C0B281758}"/>
              </a:ext>
            </a:extLst>
          </p:cNvPr>
          <p:cNvSpPr/>
          <p:nvPr/>
        </p:nvSpPr>
        <p:spPr>
          <a:xfrm>
            <a:off x="3901440" y="1234440"/>
            <a:ext cx="4389120" cy="4389120"/>
          </a:xfrm>
          <a:prstGeom prst="arc">
            <a:avLst>
              <a:gd name="adj1" fmla="val 9492590"/>
              <a:gd name="adj2" fmla="val 1343145"/>
            </a:avLst>
          </a:prstGeom>
          <a:ln w="304800">
            <a:solidFill>
              <a:srgbClr val="46B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Outer">
            <a:extLst>
              <a:ext uri="{FF2B5EF4-FFF2-40B4-BE49-F238E27FC236}">
                <a16:creationId xmlns:a16="http://schemas.microsoft.com/office/drawing/2014/main" id="{59B94DC3-A14A-4B3F-F8A2-A674DED3BDB8}"/>
              </a:ext>
            </a:extLst>
          </p:cNvPr>
          <p:cNvSpPr txBox="1"/>
          <p:nvPr/>
        </p:nvSpPr>
        <p:spPr>
          <a:xfrm>
            <a:off x="3901440" y="1280160"/>
            <a:ext cx="4389120" cy="438912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5498925"/>
              </a:avLst>
            </a:prstTxWarp>
            <a:spAutoFit/>
          </a:bodyPr>
          <a:lstStyle/>
          <a:p>
            <a:pPr algn="ctr"/>
            <a:r>
              <a:rPr lang="en-US" sz="2400" b="1" dirty="0"/>
              <a:t>Position &amp; Anticollision Lights</a:t>
            </a:r>
          </a:p>
        </p:txBody>
      </p:sp>
    </p:spTree>
    <p:extLst>
      <p:ext uri="{BB962C8B-B14F-4D97-AF65-F5344CB8AC3E}">
        <p14:creationId xmlns:p14="http://schemas.microsoft.com/office/powerpoint/2010/main" val="3895898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EFF6942-609B-1611-787B-5BDE36149411}"/>
              </a:ext>
            </a:extLst>
          </p:cNvPr>
          <p:cNvSpPr/>
          <p:nvPr/>
        </p:nvSpPr>
        <p:spPr>
          <a:xfrm>
            <a:off x="7729771" y="1781413"/>
            <a:ext cx="3253565" cy="457200"/>
          </a:xfrm>
          <a:prstGeom prst="rect">
            <a:avLst/>
          </a:prstGeom>
          <a:solidFill>
            <a:srgbClr val="FFF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62270-F254-427D-007F-B38B33A43B2E}"/>
              </a:ext>
            </a:extLst>
          </p:cNvPr>
          <p:cNvSpPr/>
          <p:nvPr/>
        </p:nvSpPr>
        <p:spPr>
          <a:xfrm>
            <a:off x="1562980" y="1777820"/>
            <a:ext cx="3253565" cy="914400"/>
          </a:xfrm>
          <a:prstGeom prst="rect">
            <a:avLst/>
          </a:prstGeom>
          <a:solidFill>
            <a:srgbClr val="FFF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4D178-2E0D-4861-252B-3120FF39F6D9}"/>
              </a:ext>
            </a:extLst>
          </p:cNvPr>
          <p:cNvSpPr/>
          <p:nvPr/>
        </p:nvSpPr>
        <p:spPr>
          <a:xfrm>
            <a:off x="1562982" y="871879"/>
            <a:ext cx="3253564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39AB8-EAF1-01A2-53FF-FB44D1CE7FA1}"/>
              </a:ext>
            </a:extLst>
          </p:cNvPr>
          <p:cNvSpPr txBox="1"/>
          <p:nvPr/>
        </p:nvSpPr>
        <p:spPr>
          <a:xfrm>
            <a:off x="-312779" y="2467257"/>
            <a:ext cx="191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Cruise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58C86-456F-2D93-CC7F-96AC6F1884C2}"/>
              </a:ext>
            </a:extLst>
          </p:cNvPr>
          <p:cNvSpPr txBox="1"/>
          <p:nvPr/>
        </p:nvSpPr>
        <p:spPr>
          <a:xfrm>
            <a:off x="-198478" y="687213"/>
            <a:ext cx="176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+100ft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41F6B-46E0-3B0F-9016-3ABEED65756C}"/>
              </a:ext>
            </a:extLst>
          </p:cNvPr>
          <p:cNvSpPr txBox="1"/>
          <p:nvPr/>
        </p:nvSpPr>
        <p:spPr>
          <a:xfrm>
            <a:off x="331596" y="1609775"/>
            <a:ext cx="123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+50ft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2C8A6-187D-6BFC-6C27-F73D07C24142}"/>
              </a:ext>
            </a:extLst>
          </p:cNvPr>
          <p:cNvSpPr txBox="1"/>
          <p:nvPr/>
        </p:nvSpPr>
        <p:spPr>
          <a:xfrm>
            <a:off x="-198478" y="3429000"/>
            <a:ext cx="1761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-50ft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18F4D-697A-44B4-C945-C47D4831FE91}"/>
              </a:ext>
            </a:extLst>
          </p:cNvPr>
          <p:cNvSpPr txBox="1"/>
          <p:nvPr/>
        </p:nvSpPr>
        <p:spPr>
          <a:xfrm>
            <a:off x="-236578" y="4337167"/>
            <a:ext cx="176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-100ft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2E2AE0-B4BC-C713-0571-8C8046384B8D}"/>
              </a:ext>
            </a:extLst>
          </p:cNvPr>
          <p:cNvSpPr/>
          <p:nvPr/>
        </p:nvSpPr>
        <p:spPr>
          <a:xfrm>
            <a:off x="7728101" y="861243"/>
            <a:ext cx="3253564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5029F2-0121-32F4-FEFA-B769DC80F380}"/>
              </a:ext>
            </a:extLst>
          </p:cNvPr>
          <p:cNvSpPr txBox="1"/>
          <p:nvPr/>
        </p:nvSpPr>
        <p:spPr>
          <a:xfrm>
            <a:off x="5966641" y="676577"/>
            <a:ext cx="176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+100ft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D20C3-B059-AAB8-2E85-8C65478AEA5F}"/>
              </a:ext>
            </a:extLst>
          </p:cNvPr>
          <p:cNvSpPr txBox="1"/>
          <p:nvPr/>
        </p:nvSpPr>
        <p:spPr>
          <a:xfrm>
            <a:off x="5966639" y="2467257"/>
            <a:ext cx="1761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Minimums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BE6DB-FAF9-722A-36A5-456ECF7C34DC}"/>
              </a:ext>
            </a:extLst>
          </p:cNvPr>
          <p:cNvSpPr/>
          <p:nvPr/>
        </p:nvSpPr>
        <p:spPr>
          <a:xfrm>
            <a:off x="1563624" y="2697480"/>
            <a:ext cx="3253565" cy="914400"/>
          </a:xfrm>
          <a:prstGeom prst="rect">
            <a:avLst/>
          </a:prstGeom>
          <a:solidFill>
            <a:srgbClr val="FFF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61D42-F98B-878A-4341-EF7C1E429B78}"/>
              </a:ext>
            </a:extLst>
          </p:cNvPr>
          <p:cNvSpPr/>
          <p:nvPr/>
        </p:nvSpPr>
        <p:spPr>
          <a:xfrm>
            <a:off x="1562980" y="3607433"/>
            <a:ext cx="3253564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A62FE-B716-F383-3E6B-8B3B407FD53C}"/>
              </a:ext>
            </a:extLst>
          </p:cNvPr>
          <p:cNvSpPr txBox="1"/>
          <p:nvPr/>
        </p:nvSpPr>
        <p:spPr>
          <a:xfrm>
            <a:off x="622997" y="2055266"/>
            <a:ext cx="939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+25ft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3DF99C-1658-4802-6092-5966EA86EE15}"/>
              </a:ext>
            </a:extLst>
          </p:cNvPr>
          <p:cNvCxnSpPr>
            <a:cxnSpLocks/>
          </p:cNvCxnSpPr>
          <p:nvPr/>
        </p:nvCxnSpPr>
        <p:spPr>
          <a:xfrm>
            <a:off x="1565074" y="2706576"/>
            <a:ext cx="3251470" cy="0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BA1F3B-00E0-0305-C558-47D1C0A3484B}"/>
              </a:ext>
            </a:extLst>
          </p:cNvPr>
          <p:cNvSpPr txBox="1"/>
          <p:nvPr/>
        </p:nvSpPr>
        <p:spPr>
          <a:xfrm>
            <a:off x="517944" y="2962570"/>
            <a:ext cx="104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-25ft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36973E-AC08-4CD2-88C4-F857C0910F80}"/>
              </a:ext>
            </a:extLst>
          </p:cNvPr>
          <p:cNvSpPr txBox="1"/>
          <p:nvPr/>
        </p:nvSpPr>
        <p:spPr>
          <a:xfrm>
            <a:off x="6893169" y="1609775"/>
            <a:ext cx="83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+50ft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BC4840-B5F3-497B-0B91-1EE4313B2BE8}"/>
              </a:ext>
            </a:extLst>
          </p:cNvPr>
          <p:cNvSpPr txBox="1"/>
          <p:nvPr/>
        </p:nvSpPr>
        <p:spPr>
          <a:xfrm>
            <a:off x="6788115" y="2055266"/>
            <a:ext cx="93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+25ft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753D5-388E-E3C6-E6A5-CB649A36196C}"/>
              </a:ext>
            </a:extLst>
          </p:cNvPr>
          <p:cNvSpPr txBox="1"/>
          <p:nvPr/>
        </p:nvSpPr>
        <p:spPr>
          <a:xfrm>
            <a:off x="6790402" y="1145462"/>
            <a:ext cx="93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+75ft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0E96B9-64ED-9AEF-E1F9-6481B2782C8D}"/>
              </a:ext>
            </a:extLst>
          </p:cNvPr>
          <p:cNvSpPr/>
          <p:nvPr/>
        </p:nvSpPr>
        <p:spPr>
          <a:xfrm>
            <a:off x="7728095" y="1317522"/>
            <a:ext cx="3253565" cy="457200"/>
          </a:xfrm>
          <a:prstGeom prst="rect">
            <a:avLst/>
          </a:prstGeom>
          <a:solidFill>
            <a:srgbClr val="FFFA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2DC3E6-0F91-7D69-B8EB-B42CB664245D}"/>
              </a:ext>
            </a:extLst>
          </p:cNvPr>
          <p:cNvSpPr/>
          <p:nvPr/>
        </p:nvSpPr>
        <p:spPr>
          <a:xfrm>
            <a:off x="7728096" y="2238657"/>
            <a:ext cx="3253564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9095E0-5EA8-14CC-F84B-9DA7740D68BA}"/>
              </a:ext>
            </a:extLst>
          </p:cNvPr>
          <p:cNvCxnSpPr>
            <a:cxnSpLocks/>
          </p:cNvCxnSpPr>
          <p:nvPr/>
        </p:nvCxnSpPr>
        <p:spPr>
          <a:xfrm>
            <a:off x="7728095" y="1774345"/>
            <a:ext cx="3253565" cy="0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71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295</Words>
  <Application>Microsoft Macintosh PowerPoint</Application>
  <PresentationFormat>Widescreen</PresentationFormat>
  <Paragraphs>138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Jollant, JC</dc:creator>
  <cp:lastModifiedBy>Jollant, JC</cp:lastModifiedBy>
  <cp:revision>28</cp:revision>
  <dcterms:created xsi:type="dcterms:W3CDTF">2025-06-09T16:07:08Z</dcterms:created>
  <dcterms:modified xsi:type="dcterms:W3CDTF">2026-01-27T02:22:57Z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2025-06-09T16:32:55Z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62cb115c-62f3-46de-8d7c-a35b58cb2c0c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