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4" r:id="rId5"/>
    <p:sldId id="265" r:id="rId6"/>
    <p:sldId id="258" r:id="rId7"/>
    <p:sldId id="261" r:id="rId8"/>
    <p:sldId id="259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BE"/>
    <a:srgbClr val="FF0000"/>
    <a:srgbClr val="7E287F"/>
    <a:srgbClr val="FF52FF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/>
    <p:restoredTop sz="94639"/>
  </p:normalViewPr>
  <p:slideViewPr>
    <p:cSldViewPr snapToGrid="0">
      <p:cViewPr varScale="1">
        <p:scale>
          <a:sx n="152" d="100"/>
          <a:sy n="152" d="100"/>
        </p:scale>
        <p:origin x="312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D5609-1730-904A-B815-DF633E0B1232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432D0-B394-C346-AAC1-BB230118B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297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432D0-B394-C346-AAC1-BB230118BB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52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A46E2-E8E9-8A04-23EC-21AB70674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3F4D63-E2A0-22A8-94F3-06B4DF85D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6F2FF-00D7-9BA3-0899-931FAA94EB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0B012-9C07-C778-968A-BA713609F0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432D0-B394-C346-AAC1-BB230118BB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6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78326"/>
            <a:ext cx="2743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</a:t>
            </a:r>
            <a:endParaRPr lang="en-US" sz="12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24598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00150" y="95690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1774318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055164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336010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1788919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1737996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2971603"/>
            <a:ext cx="163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</a:t>
            </a:r>
            <a:r>
              <a:rPr lang="en-US" b="1" dirty="0"/>
              <a:t>A.V.E.F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52057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MEA, Expected, Assigned)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28156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770D74-0530-7A05-5244-670C08A7B339}"/>
              </a:ext>
            </a:extLst>
          </p:cNvPr>
          <p:cNvSpPr txBox="1"/>
          <p:nvPr/>
        </p:nvSpPr>
        <p:spPr>
          <a:xfrm>
            <a:off x="5321345" y="2838543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Assigned &gt; Vectors &gt; Expected &gt; Filed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463594" y="2561043"/>
            <a:ext cx="90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FL250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A4B10-A949-F9C9-82C0-DD66B82F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8C154A-315C-2B8C-228D-993F3016EBA3}"/>
              </a:ext>
            </a:extLst>
          </p:cNvPr>
          <p:cNvSpPr/>
          <p:nvPr/>
        </p:nvSpPr>
        <p:spPr>
          <a:xfrm>
            <a:off x="3546554" y="2645848"/>
            <a:ext cx="3291840" cy="3291840"/>
          </a:xfrm>
          <a:prstGeom prst="rect">
            <a:avLst/>
          </a:prstGeom>
          <a:noFill/>
          <a:ln w="381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2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MVFR</a:t>
            </a:r>
            <a:endParaRPr lang="en-US" sz="280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07277C-10B1-2411-220E-DF1479CA07B3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3600" b="1" dirty="0">
                <a:solidFill>
                  <a:schemeClr val="tx1"/>
                </a:solidFill>
              </a:rPr>
              <a:t>VFR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06A37E-76BB-7442-50CA-5D836BBDA070}"/>
              </a:ext>
            </a:extLst>
          </p:cNvPr>
          <p:cNvSpPr/>
          <p:nvPr/>
        </p:nvSpPr>
        <p:spPr>
          <a:xfrm>
            <a:off x="3546554" y="3743128"/>
            <a:ext cx="2194560" cy="2194560"/>
          </a:xfrm>
          <a:prstGeom prst="rect">
            <a:avLst/>
          </a:prstGeom>
          <a:solidFill>
            <a:srgbClr val="FF0000">
              <a:alpha val="50196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IFR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50C53-36F0-F581-2084-F3A7A89BC6CC}"/>
              </a:ext>
            </a:extLst>
          </p:cNvPr>
          <p:cNvSpPr txBox="1"/>
          <p:nvPr/>
        </p:nvSpPr>
        <p:spPr>
          <a:xfrm>
            <a:off x="3561907" y="436339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500ft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39A75-1C3E-1E40-90F3-9566EFC271D1}"/>
              </a:ext>
            </a:extLst>
          </p:cNvPr>
          <p:cNvSpPr txBox="1"/>
          <p:nvPr/>
        </p:nvSpPr>
        <p:spPr>
          <a:xfrm rot="5400000">
            <a:off x="4269589" y="5085447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</a:rPr>
              <a:t>1sm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EFEB7-98D2-2940-14B3-CA2E504356A5}"/>
              </a:ext>
            </a:extLst>
          </p:cNvPr>
          <p:cNvSpPr/>
          <p:nvPr/>
        </p:nvSpPr>
        <p:spPr>
          <a:xfrm>
            <a:off x="3546554" y="4840408"/>
            <a:ext cx="1097280" cy="1097280"/>
          </a:xfrm>
          <a:prstGeom prst="rect">
            <a:avLst/>
          </a:prstGeom>
          <a:solidFill>
            <a:srgbClr val="FF52FF"/>
          </a:solidFill>
          <a:ln w="38100">
            <a:solidFill>
              <a:srgbClr val="7E2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LIFR</a:t>
            </a:r>
            <a:endParaRPr lang="en-US" sz="28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6677B5-88D0-AAFB-5702-FAC4039CFA57}"/>
              </a:ext>
            </a:extLst>
          </p:cNvPr>
          <p:cNvSpPr txBox="1"/>
          <p:nvPr/>
        </p:nvSpPr>
        <p:spPr>
          <a:xfrm>
            <a:off x="3561907" y="3266110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1,000ft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ADCDFE-2D0C-C107-1382-A7521DCF6184}"/>
              </a:ext>
            </a:extLst>
          </p:cNvPr>
          <p:cNvSpPr txBox="1"/>
          <p:nvPr/>
        </p:nvSpPr>
        <p:spPr>
          <a:xfrm>
            <a:off x="3561907" y="2146863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3,000ft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648E87-1D4E-5906-0318-4C0B87954CC7}"/>
              </a:ext>
            </a:extLst>
          </p:cNvPr>
          <p:cNvSpPr txBox="1"/>
          <p:nvPr/>
        </p:nvSpPr>
        <p:spPr>
          <a:xfrm rot="5400000">
            <a:off x="5366134" y="5085448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3sm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B6D325-585C-4675-A445-96D479FE1678}"/>
              </a:ext>
            </a:extLst>
          </p:cNvPr>
          <p:cNvSpPr txBox="1"/>
          <p:nvPr/>
        </p:nvSpPr>
        <p:spPr>
          <a:xfrm rot="5400000">
            <a:off x="6462679" y="5085449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5sm</a:t>
            </a:r>
          </a:p>
        </p:txBody>
      </p:sp>
    </p:spTree>
    <p:extLst>
      <p:ext uri="{BB962C8B-B14F-4D97-AF65-F5344CB8AC3E}">
        <p14:creationId xmlns:p14="http://schemas.microsoft.com/office/powerpoint/2010/main" val="296317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09144-B37C-FB2C-C311-6E7F61F07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51BC9F-5722-1534-D74D-092F5F0F774D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en-US" sz="3600" b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B0FA93-B9CF-B895-2464-7FFA2E509FC5}"/>
              </a:ext>
            </a:extLst>
          </p:cNvPr>
          <p:cNvSpPr txBox="1"/>
          <p:nvPr/>
        </p:nvSpPr>
        <p:spPr>
          <a:xfrm>
            <a:off x="6429168" y="2279992"/>
            <a:ext cx="125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1,000ft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BC373-14AF-C4EE-8764-EBDE5D1901BB}"/>
              </a:ext>
            </a:extLst>
          </p:cNvPr>
          <p:cNvSpPr txBox="1"/>
          <p:nvPr/>
        </p:nvSpPr>
        <p:spPr>
          <a:xfrm>
            <a:off x="3760396" y="2341547"/>
            <a:ext cx="1491828" cy="400110"/>
          </a:xfrm>
          <a:prstGeom prst="rect">
            <a:avLst/>
          </a:prstGeom>
          <a:solidFill>
            <a:srgbClr val="FFFFBE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Congested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65B849-581F-48ED-FB35-A717630B9CE2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252224" y="2541602"/>
            <a:ext cx="1103971" cy="0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8A4AC6-47A9-691D-5B23-2DB8A4C95BD8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4506310" y="2741657"/>
            <a:ext cx="0" cy="1158690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274BCA-C861-8B04-533B-138F1818338C}"/>
              </a:ext>
            </a:extLst>
          </p:cNvPr>
          <p:cNvSpPr txBox="1"/>
          <p:nvPr/>
        </p:nvSpPr>
        <p:spPr>
          <a:xfrm>
            <a:off x="5269158" y="2234411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B165BB-8043-15CF-2C66-08B0ACDB1E44}"/>
              </a:ext>
            </a:extLst>
          </p:cNvPr>
          <p:cNvSpPr txBox="1"/>
          <p:nvPr/>
        </p:nvSpPr>
        <p:spPr>
          <a:xfrm>
            <a:off x="4162467" y="2805762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87E3B2-87AC-79F1-8EDB-764CEC5BCEA3}"/>
              </a:ext>
            </a:extLst>
          </p:cNvPr>
          <p:cNvSpPr txBox="1"/>
          <p:nvPr/>
        </p:nvSpPr>
        <p:spPr>
          <a:xfrm>
            <a:off x="3657600" y="1611332"/>
            <a:ext cx="4195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Anywhere: </a:t>
            </a:r>
            <a:r>
              <a:rPr lang="en-US" dirty="0"/>
              <a:t>Allows safe emergency landing w/o hazard to people or property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60C9B2-60B7-E2D1-0121-4A43D3944078}"/>
              </a:ext>
            </a:extLst>
          </p:cNvPr>
          <p:cNvSpPr txBox="1"/>
          <p:nvPr/>
        </p:nvSpPr>
        <p:spPr>
          <a:xfrm>
            <a:off x="6491464" y="2652421"/>
            <a:ext cx="9382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Above</a:t>
            </a:r>
            <a:endParaRPr lang="en-US" sz="14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BB57D3-6C62-91E0-E466-EABABB1CAB2A}"/>
              </a:ext>
            </a:extLst>
          </p:cNvPr>
          <p:cNvGrpSpPr/>
          <p:nvPr/>
        </p:nvGrpSpPr>
        <p:grpSpPr>
          <a:xfrm>
            <a:off x="3760396" y="5161733"/>
            <a:ext cx="1491828" cy="634618"/>
            <a:chOff x="6289301" y="3792837"/>
            <a:chExt cx="1491828" cy="634618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B61C64D-1B8A-7AF6-444D-5BD0706AFA74}"/>
                </a:ext>
              </a:extLst>
            </p:cNvPr>
            <p:cNvSpPr txBox="1"/>
            <p:nvPr/>
          </p:nvSpPr>
          <p:spPr>
            <a:xfrm>
              <a:off x="6407193" y="3792837"/>
              <a:ext cx="1256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1">
                      <a:lumMod val="75000"/>
                    </a:schemeClr>
                  </a:solidFill>
                </a:rPr>
                <a:t>500ft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D3EFCB8-DACE-D840-E98E-918B1DE25CE6}"/>
                </a:ext>
              </a:extLst>
            </p:cNvPr>
            <p:cNvSpPr txBox="1"/>
            <p:nvPr/>
          </p:nvSpPr>
          <p:spPr>
            <a:xfrm>
              <a:off x="6289301" y="4088901"/>
              <a:ext cx="14918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Above Surface</a:t>
              </a:r>
              <a:endParaRPr lang="en-US" sz="1400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A81FB32-2570-7150-CEA3-8FF4D5D53C03}"/>
              </a:ext>
            </a:extLst>
          </p:cNvPr>
          <p:cNvSpPr txBox="1"/>
          <p:nvPr/>
        </p:nvSpPr>
        <p:spPr>
          <a:xfrm>
            <a:off x="5597908" y="2840254"/>
            <a:ext cx="11186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2,000ft</a:t>
            </a:r>
          </a:p>
          <a:p>
            <a:pPr algn="ctr"/>
            <a:r>
              <a:rPr lang="en-US" sz="1600" dirty="0"/>
              <a:t>Radius</a:t>
            </a:r>
            <a:endParaRPr lang="en-US" sz="1400" dirty="0"/>
          </a:p>
        </p:txBody>
      </p:sp>
      <p:sp>
        <p:nvSpPr>
          <p:cNvPr id="24" name="Magnetic Disk 23">
            <a:extLst>
              <a:ext uri="{FF2B5EF4-FFF2-40B4-BE49-F238E27FC236}">
                <a16:creationId xmlns:a16="http://schemas.microsoft.com/office/drawing/2014/main" id="{9520C91B-FA0A-489A-01C7-1B1D6F76E9DD}"/>
              </a:ext>
            </a:extLst>
          </p:cNvPr>
          <p:cNvSpPr/>
          <p:nvPr/>
        </p:nvSpPr>
        <p:spPr>
          <a:xfrm>
            <a:off x="6594093" y="2692440"/>
            <a:ext cx="732971" cy="846818"/>
          </a:xfrm>
          <a:prstGeom prst="flowChartMagneticDisk">
            <a:avLst/>
          </a:prstGeom>
          <a:solidFill>
            <a:schemeClr val="accent1">
              <a:alpha val="2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5073695-E5A9-958B-2B78-B40DC3585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024" y="2900986"/>
            <a:ext cx="609278" cy="7227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9EB17B-BD47-B360-013F-BB83AEFF33B1}"/>
              </a:ext>
            </a:extLst>
          </p:cNvPr>
          <p:cNvSpPr txBox="1"/>
          <p:nvPr/>
        </p:nvSpPr>
        <p:spPr>
          <a:xfrm>
            <a:off x="3760396" y="3900347"/>
            <a:ext cx="1491828" cy="584775"/>
          </a:xfrm>
          <a:prstGeom prst="rect">
            <a:avLst/>
          </a:prstGeom>
          <a:solidFill>
            <a:srgbClr val="FFFFBE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Water or sparsely pop.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7A9646-DE11-90D7-EE76-E767127842AA}"/>
              </a:ext>
            </a:extLst>
          </p:cNvPr>
          <p:cNvCxnSpPr>
            <a:cxnSpLocks/>
          </p:cNvCxnSpPr>
          <p:nvPr/>
        </p:nvCxnSpPr>
        <p:spPr>
          <a:xfrm>
            <a:off x="5252224" y="4173720"/>
            <a:ext cx="1103971" cy="0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71C5971-B29D-ED86-A182-F66616A5245C}"/>
              </a:ext>
            </a:extLst>
          </p:cNvPr>
          <p:cNvSpPr txBox="1"/>
          <p:nvPr/>
        </p:nvSpPr>
        <p:spPr>
          <a:xfrm>
            <a:off x="5269158" y="3866529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45F6D2-BD5D-F44F-C359-69B6C9A4A296}"/>
              </a:ext>
            </a:extLst>
          </p:cNvPr>
          <p:cNvSpPr txBox="1"/>
          <p:nvPr/>
        </p:nvSpPr>
        <p:spPr>
          <a:xfrm>
            <a:off x="4153501" y="4536461"/>
            <a:ext cx="27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</a:t>
            </a:r>
            <a:endParaRPr lang="en-US" sz="14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04BD3CD-C0CE-5CDD-82D2-34C71A787BF2}"/>
              </a:ext>
            </a:extLst>
          </p:cNvPr>
          <p:cNvGrpSpPr/>
          <p:nvPr/>
        </p:nvGrpSpPr>
        <p:grpSpPr>
          <a:xfrm>
            <a:off x="5920691" y="3906977"/>
            <a:ext cx="2021830" cy="1485653"/>
            <a:chOff x="5920691" y="3906977"/>
            <a:chExt cx="2021830" cy="148565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2BB6253-E57F-2C95-0A74-D79867691420}"/>
                </a:ext>
              </a:extLst>
            </p:cNvPr>
            <p:cNvSpPr txBox="1"/>
            <p:nvPr/>
          </p:nvSpPr>
          <p:spPr>
            <a:xfrm>
              <a:off x="6308109" y="3906977"/>
              <a:ext cx="1256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1">
                      <a:lumMod val="75000"/>
                    </a:schemeClr>
                  </a:solidFill>
                </a:rPr>
                <a:t>500ft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C041029-1460-D39F-C660-CD34F73F2FB0}"/>
                </a:ext>
              </a:extLst>
            </p:cNvPr>
            <p:cNvSpPr txBox="1"/>
            <p:nvPr/>
          </p:nvSpPr>
          <p:spPr>
            <a:xfrm>
              <a:off x="5920691" y="4807855"/>
              <a:ext cx="202183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From person, vessel, vehicle or structure</a:t>
              </a:r>
              <a:endParaRPr lang="en-US" sz="1400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7E8C3BB-438C-227B-3F9D-CFDD8046846F}"/>
                </a:ext>
              </a:extLst>
            </p:cNvPr>
            <p:cNvGrpSpPr/>
            <p:nvPr/>
          </p:nvGrpSpPr>
          <p:grpSpPr>
            <a:xfrm>
              <a:off x="6402181" y="4308694"/>
              <a:ext cx="1055642" cy="1055642"/>
              <a:chOff x="8886924" y="3267307"/>
              <a:chExt cx="1327593" cy="1327593"/>
            </a:xfrm>
          </p:grpSpPr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A5999488-D2DB-0FF4-5B6A-BA928551E4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39368" y="3506118"/>
                <a:ext cx="422704" cy="451265"/>
              </a:xfrm>
              <a:prstGeom prst="rect">
                <a:avLst/>
              </a:prstGeom>
            </p:spPr>
          </p:pic>
          <p:sp>
            <p:nvSpPr>
              <p:cNvPr id="35" name="Chord 34">
                <a:extLst>
                  <a:ext uri="{FF2B5EF4-FFF2-40B4-BE49-F238E27FC236}">
                    <a16:creationId xmlns:a16="http://schemas.microsoft.com/office/drawing/2014/main" id="{B9485F4B-CB2D-46CC-478E-BF3AE8E2CDE6}"/>
                  </a:ext>
                </a:extLst>
              </p:cNvPr>
              <p:cNvSpPr/>
              <p:nvPr/>
            </p:nvSpPr>
            <p:spPr>
              <a:xfrm rot="5400000">
                <a:off x="8886924" y="3267307"/>
                <a:ext cx="1327593" cy="1327593"/>
              </a:xfrm>
              <a:prstGeom prst="chord">
                <a:avLst>
                  <a:gd name="adj1" fmla="val 5407576"/>
                  <a:gd name="adj2" fmla="val 16200000"/>
                </a:avLst>
              </a:prstGeom>
              <a:solidFill>
                <a:schemeClr val="accent1">
                  <a:alpha val="3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EB98A30-3C0A-8425-83B3-F4088D489CA2}"/>
              </a:ext>
            </a:extLst>
          </p:cNvPr>
          <p:cNvCxnSpPr>
            <a:cxnSpLocks/>
          </p:cNvCxnSpPr>
          <p:nvPr/>
        </p:nvCxnSpPr>
        <p:spPr>
          <a:xfrm>
            <a:off x="4506310" y="4485122"/>
            <a:ext cx="0" cy="74382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3814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658533" y="1972101"/>
            <a:ext cx="1343454" cy="309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3400"/>
              </a:lnSpc>
            </a:pPr>
            <a:r>
              <a:rPr lang="en-US" dirty="0"/>
              <a:t>4,500</a:t>
            </a:r>
          </a:p>
          <a:p>
            <a:pPr algn="r">
              <a:lnSpc>
                <a:spcPts val="3400"/>
              </a:lnSpc>
            </a:pPr>
            <a:r>
              <a:rPr lang="en-US" sz="2400" dirty="0"/>
              <a:t>6,500</a:t>
            </a:r>
            <a:endParaRPr lang="en-US" sz="2800" dirty="0"/>
          </a:p>
          <a:p>
            <a:pPr algn="r">
              <a:lnSpc>
                <a:spcPts val="3400"/>
              </a:lnSpc>
            </a:pPr>
            <a:r>
              <a:rPr lang="en-US" sz="2800" dirty="0"/>
              <a:t>8,500</a:t>
            </a:r>
            <a:endParaRPr lang="en-US" sz="3000" dirty="0"/>
          </a:p>
          <a:p>
            <a:pPr algn="r">
              <a:lnSpc>
                <a:spcPts val="3400"/>
              </a:lnSpc>
            </a:pPr>
            <a:r>
              <a:rPr lang="en-US" sz="2800" dirty="0"/>
              <a:t>10,500</a:t>
            </a:r>
          </a:p>
          <a:p>
            <a:pPr algn="r">
              <a:lnSpc>
                <a:spcPts val="3400"/>
              </a:lnSpc>
            </a:pPr>
            <a:r>
              <a:rPr lang="en-US" sz="2400" dirty="0"/>
              <a:t>12,500</a:t>
            </a:r>
          </a:p>
          <a:p>
            <a:pPr algn="r">
              <a:lnSpc>
                <a:spcPts val="3400"/>
              </a:lnSpc>
            </a:pPr>
            <a:r>
              <a:rPr lang="en-US" dirty="0"/>
              <a:t>14,500</a:t>
            </a:r>
            <a:endParaRPr lang="en-US" sz="2400" dirty="0"/>
          </a:p>
          <a:p>
            <a:pPr algn="r">
              <a:lnSpc>
                <a:spcPts val="3400"/>
              </a:lnSpc>
            </a:pPr>
            <a:r>
              <a:rPr lang="en-US" dirty="0"/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08CE1E-0083-B1E8-D70C-4C10D7A40AA5}"/>
              </a:ext>
            </a:extLst>
          </p:cNvPr>
          <p:cNvSpPr txBox="1"/>
          <p:nvPr/>
        </p:nvSpPr>
        <p:spPr>
          <a:xfrm>
            <a:off x="4519814" y="4720238"/>
            <a:ext cx="678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180°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82251-D911-CD43-25CE-303D52C2BA0C}"/>
              </a:ext>
            </a:extLst>
          </p:cNvPr>
          <p:cNvSpPr txBox="1"/>
          <p:nvPr/>
        </p:nvSpPr>
        <p:spPr>
          <a:xfrm>
            <a:off x="6224596" y="1972101"/>
            <a:ext cx="1343454" cy="309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400"/>
              </a:lnSpc>
            </a:pPr>
            <a:r>
              <a:rPr lang="en-US" dirty="0"/>
              <a:t>3,500</a:t>
            </a:r>
          </a:p>
          <a:p>
            <a:pPr>
              <a:lnSpc>
                <a:spcPts val="3400"/>
              </a:lnSpc>
            </a:pPr>
            <a:r>
              <a:rPr lang="en-US" sz="2400" dirty="0"/>
              <a:t>5,500</a:t>
            </a:r>
            <a:endParaRPr lang="en-US" sz="2800" dirty="0"/>
          </a:p>
          <a:p>
            <a:pPr>
              <a:lnSpc>
                <a:spcPts val="3400"/>
              </a:lnSpc>
            </a:pPr>
            <a:r>
              <a:rPr lang="en-US" sz="2800" dirty="0"/>
              <a:t>7,500</a:t>
            </a:r>
            <a:endParaRPr lang="en-US" sz="3000" dirty="0"/>
          </a:p>
          <a:p>
            <a:pPr>
              <a:lnSpc>
                <a:spcPts val="3400"/>
              </a:lnSpc>
            </a:pPr>
            <a:r>
              <a:rPr lang="en-US" sz="2800" dirty="0"/>
              <a:t>9,500</a:t>
            </a:r>
          </a:p>
          <a:p>
            <a:pPr>
              <a:lnSpc>
                <a:spcPts val="3400"/>
              </a:lnSpc>
            </a:pPr>
            <a:r>
              <a:rPr lang="en-US" sz="2400" dirty="0"/>
              <a:t>11,500</a:t>
            </a:r>
          </a:p>
          <a:p>
            <a:pPr>
              <a:lnSpc>
                <a:spcPts val="3400"/>
              </a:lnSpc>
            </a:pPr>
            <a:r>
              <a:rPr lang="en-US" dirty="0"/>
              <a:t>13,500</a:t>
            </a:r>
            <a:endParaRPr lang="en-US" sz="2400" dirty="0"/>
          </a:p>
          <a:p>
            <a:pPr>
              <a:lnSpc>
                <a:spcPts val="3400"/>
              </a:lnSpc>
            </a:pPr>
            <a:r>
              <a:rPr lang="en-US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A8EC4A-50F0-285C-9493-E8700F8FD378}"/>
              </a:ext>
            </a:extLst>
          </p:cNvPr>
          <p:cNvSpPr txBox="1"/>
          <p:nvPr/>
        </p:nvSpPr>
        <p:spPr>
          <a:xfrm>
            <a:off x="7159920" y="1836007"/>
            <a:ext cx="613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u="sng" dirty="0"/>
              <a:t>0°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2DE397-C2DF-2E3A-DCB5-B5EEEB295536}"/>
              </a:ext>
            </a:extLst>
          </p:cNvPr>
          <p:cNvSpPr txBox="1"/>
          <p:nvPr/>
        </p:nvSpPr>
        <p:spPr>
          <a:xfrm>
            <a:off x="4519814" y="1836007"/>
            <a:ext cx="678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359°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D76B7A5D-4E9E-8353-7381-12BD292E5C4A}"/>
              </a:ext>
            </a:extLst>
          </p:cNvPr>
          <p:cNvGrpSpPr/>
          <p:nvPr/>
        </p:nvGrpSpPr>
        <p:grpSpPr>
          <a:xfrm>
            <a:off x="3905693" y="1222859"/>
            <a:ext cx="4380615" cy="4412283"/>
            <a:chOff x="141814" y="92931"/>
            <a:chExt cx="4380615" cy="4412283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3554360-8049-73E9-38DD-35AA2F215ABC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022564" y="2470666"/>
              <a:ext cx="238270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28D2D0F-1866-0696-6452-BA68C02A9DC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1022564" y="2013466"/>
              <a:ext cx="295100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34AF45A-5DFB-C6B5-7292-0F5C3284B60D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1022564" y="1099066"/>
              <a:ext cx="2993856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E04D399-050A-3CB2-C00E-B8DE32889C32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1022564" y="637172"/>
              <a:ext cx="2993856" cy="469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7D2873-20E5-E50F-37FC-EB2A656DF277}"/>
                </a:ext>
              </a:extLst>
            </p:cNvPr>
            <p:cNvSpPr/>
            <p:nvPr/>
          </p:nvSpPr>
          <p:spPr>
            <a:xfrm>
              <a:off x="141814" y="92931"/>
              <a:ext cx="4380614" cy="438061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3DC81B-D107-60A8-527E-B39DCC202183}"/>
                </a:ext>
              </a:extLst>
            </p:cNvPr>
            <p:cNvSpPr txBox="1"/>
            <p:nvPr/>
          </p:nvSpPr>
          <p:spPr>
            <a:xfrm>
              <a:off x="155018" y="457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60,000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80DE82-F149-10D6-2736-9D1D60DE486D}"/>
                </a:ext>
              </a:extLst>
            </p:cNvPr>
            <p:cNvSpPr txBox="1"/>
            <p:nvPr/>
          </p:nvSpPr>
          <p:spPr>
            <a:xfrm>
              <a:off x="155018" y="9144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45,000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693BB8-0148-771F-5C72-6E59778FF794}"/>
                </a:ext>
              </a:extLst>
            </p:cNvPr>
            <p:cNvSpPr txBox="1"/>
            <p:nvPr/>
          </p:nvSpPr>
          <p:spPr>
            <a:xfrm>
              <a:off x="155018" y="18288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18,000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80E1B7-9907-33FC-884D-344DC3F9B4E1}"/>
                </a:ext>
              </a:extLst>
            </p:cNvPr>
            <p:cNvSpPr txBox="1"/>
            <p:nvPr/>
          </p:nvSpPr>
          <p:spPr>
            <a:xfrm>
              <a:off x="155018" y="22860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14,500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8F6997A-9F45-573B-AADF-266CF6FE15B6}"/>
                </a:ext>
              </a:extLst>
            </p:cNvPr>
            <p:cNvSpPr txBox="1"/>
            <p:nvPr/>
          </p:nvSpPr>
          <p:spPr>
            <a:xfrm>
              <a:off x="3539054" y="2791427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12,900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7DC4F1-7017-448B-6101-B9AFA891F14E}"/>
                </a:ext>
              </a:extLst>
            </p:cNvPr>
            <p:cNvSpPr txBox="1"/>
            <p:nvPr/>
          </p:nvSpPr>
          <p:spPr>
            <a:xfrm>
              <a:off x="155018" y="2743200"/>
              <a:ext cx="867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12,000	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2C2DAF-A771-3272-48A7-43630CF1AEF1}"/>
                </a:ext>
              </a:extLst>
            </p:cNvPr>
            <p:cNvSpPr txBox="1"/>
            <p:nvPr/>
          </p:nvSpPr>
          <p:spPr>
            <a:xfrm>
              <a:off x="278450" y="32004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5,000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B0A7EF-2DAA-30CD-C4EB-EAE664FBF746}"/>
                </a:ext>
              </a:extLst>
            </p:cNvPr>
            <p:cNvSpPr/>
            <p:nvPr/>
          </p:nvSpPr>
          <p:spPr>
            <a:xfrm>
              <a:off x="1039576" y="2927866"/>
              <a:ext cx="457200" cy="90531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3F7800-0BB2-183A-02B0-DDFE03DAF5A6}"/>
                </a:ext>
              </a:extLst>
            </p:cNvPr>
            <p:cNvSpPr/>
            <p:nvPr/>
          </p:nvSpPr>
          <p:spPr>
            <a:xfrm>
              <a:off x="1531183" y="2012391"/>
              <a:ext cx="457200" cy="18207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0F4ADAD-6260-F685-859A-AB76789BB13C}"/>
                </a:ext>
              </a:extLst>
            </p:cNvPr>
            <p:cNvSpPr txBox="1"/>
            <p:nvPr/>
          </p:nvSpPr>
          <p:spPr>
            <a:xfrm>
              <a:off x="103957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9592457-9421-5EAB-6D86-DC26FE14A870}"/>
                </a:ext>
              </a:extLst>
            </p:cNvPr>
            <p:cNvSpPr txBox="1"/>
            <p:nvPr/>
          </p:nvSpPr>
          <p:spPr>
            <a:xfrm>
              <a:off x="1531183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0AAF766-F212-15DE-00E8-11A43E6B7EEF}"/>
                </a:ext>
              </a:extLst>
            </p:cNvPr>
            <p:cNvSpPr/>
            <p:nvPr/>
          </p:nvSpPr>
          <p:spPr>
            <a:xfrm>
              <a:off x="2021241" y="2469948"/>
              <a:ext cx="457200" cy="136322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066B6E-F38B-8DAC-197F-E0A25357CA09}"/>
                </a:ext>
              </a:extLst>
            </p:cNvPr>
            <p:cNvSpPr/>
            <p:nvPr/>
          </p:nvSpPr>
          <p:spPr>
            <a:xfrm>
              <a:off x="2021241" y="2008055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FE78C2-D5B3-EA7A-ECF3-D3FA1F3DA2C8}"/>
                </a:ext>
              </a:extLst>
            </p:cNvPr>
            <p:cNvSpPr txBox="1"/>
            <p:nvPr/>
          </p:nvSpPr>
          <p:spPr>
            <a:xfrm>
              <a:off x="2009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H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B839814-738F-A88C-1891-233E63356084}"/>
                </a:ext>
              </a:extLst>
            </p:cNvPr>
            <p:cNvSpPr txBox="1"/>
            <p:nvPr/>
          </p:nvSpPr>
          <p:spPr>
            <a:xfrm>
              <a:off x="1022565" y="104676"/>
              <a:ext cx="34998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Radius from Facility (nm)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ED67DA7-DE2C-C5E2-0B58-D9E573E1E7EC}"/>
                </a:ext>
              </a:extLst>
            </p:cNvPr>
            <p:cNvSpPr/>
            <p:nvPr/>
          </p:nvSpPr>
          <p:spPr>
            <a:xfrm>
              <a:off x="2021241" y="1103758"/>
              <a:ext cx="457199" cy="909708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75C67A3-3582-9691-5992-680E75ACE572}"/>
                </a:ext>
              </a:extLst>
            </p:cNvPr>
            <p:cNvSpPr/>
            <p:nvPr/>
          </p:nvSpPr>
          <p:spPr>
            <a:xfrm>
              <a:off x="2021241" y="638251"/>
              <a:ext cx="457200" cy="461893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8904959-9BFD-7E00-8D8C-B64955E85FE9}"/>
                </a:ext>
              </a:extLst>
            </p:cNvPr>
            <p:cNvSpPr/>
            <p:nvPr/>
          </p:nvSpPr>
          <p:spPr>
            <a:xfrm>
              <a:off x="2511299" y="3332037"/>
              <a:ext cx="457200" cy="5011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47E528E-77C5-694E-D1A3-8A3AF15AE02D}"/>
                </a:ext>
              </a:extLst>
            </p:cNvPr>
            <p:cNvSpPr/>
            <p:nvPr/>
          </p:nvSpPr>
          <p:spPr>
            <a:xfrm>
              <a:off x="2511299" y="2008055"/>
              <a:ext cx="457200" cy="132397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3BA8F6-1058-99F5-8F3F-1C700684AAA9}"/>
                </a:ext>
              </a:extLst>
            </p:cNvPr>
            <p:cNvSpPr txBox="1"/>
            <p:nvPr/>
          </p:nvSpPr>
          <p:spPr>
            <a:xfrm>
              <a:off x="2511299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FA7681-69B1-59E4-8E22-7E06123B4DE6}"/>
                </a:ext>
              </a:extLst>
            </p:cNvPr>
            <p:cNvSpPr/>
            <p:nvPr/>
          </p:nvSpPr>
          <p:spPr>
            <a:xfrm>
              <a:off x="3011355" y="3332028"/>
              <a:ext cx="457200" cy="50114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8E25A0-63A4-8C8A-5A36-57BEC0D02DB3}"/>
                </a:ext>
              </a:extLst>
            </p:cNvPr>
            <p:cNvSpPr/>
            <p:nvPr/>
          </p:nvSpPr>
          <p:spPr>
            <a:xfrm>
              <a:off x="3011355" y="2014542"/>
              <a:ext cx="457200" cy="45540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C264A51-EB97-2C7F-2927-260F9DECA162}"/>
                </a:ext>
              </a:extLst>
            </p:cNvPr>
            <p:cNvSpPr/>
            <p:nvPr/>
          </p:nvSpPr>
          <p:spPr>
            <a:xfrm>
              <a:off x="3011355" y="1103757"/>
              <a:ext cx="457199" cy="91078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7E6CF-26A1-8496-161F-E997CC6F2FE5}"/>
                </a:ext>
              </a:extLst>
            </p:cNvPr>
            <p:cNvSpPr/>
            <p:nvPr/>
          </p:nvSpPr>
          <p:spPr>
            <a:xfrm>
              <a:off x="3011355" y="638250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F392915-01F0-9618-A1F6-23377F7ACF1E}"/>
                </a:ext>
              </a:extLst>
            </p:cNvPr>
            <p:cNvSpPr/>
            <p:nvPr/>
          </p:nvSpPr>
          <p:spPr>
            <a:xfrm>
              <a:off x="3011355" y="2469948"/>
              <a:ext cx="457200" cy="86208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5AB2F46-58D2-307B-9986-28DD0F4EB75A}"/>
                </a:ext>
              </a:extLst>
            </p:cNvPr>
            <p:cNvSpPr txBox="1"/>
            <p:nvPr/>
          </p:nvSpPr>
          <p:spPr>
            <a:xfrm>
              <a:off x="3011354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VH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469FC34-53C7-2AE1-674C-E843B917DD6A}"/>
                </a:ext>
              </a:extLst>
            </p:cNvPr>
            <p:cNvSpPr txBox="1"/>
            <p:nvPr/>
          </p:nvSpPr>
          <p:spPr>
            <a:xfrm>
              <a:off x="3516366" y="3856265"/>
              <a:ext cx="457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53EEB1-44AB-4072-8C15-7473063C82AC}"/>
                </a:ext>
              </a:extLst>
            </p:cNvPr>
            <p:cNvSpPr txBox="1"/>
            <p:nvPr/>
          </p:nvSpPr>
          <p:spPr>
            <a:xfrm>
              <a:off x="4016420" y="3856265"/>
              <a:ext cx="5060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DH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C310C9-EA86-A3E4-CD48-8C5435055F6A}"/>
                </a:ext>
              </a:extLst>
            </p:cNvPr>
            <p:cNvSpPr/>
            <p:nvPr/>
          </p:nvSpPr>
          <p:spPr>
            <a:xfrm>
              <a:off x="3503792" y="2014541"/>
              <a:ext cx="457199" cy="776882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A0A53C0-3C4B-2378-6935-D22B7AF995AF}"/>
                </a:ext>
              </a:extLst>
            </p:cNvPr>
            <p:cNvSpPr txBox="1"/>
            <p:nvPr/>
          </p:nvSpPr>
          <p:spPr>
            <a:xfrm>
              <a:off x="278450" y="3657600"/>
              <a:ext cx="744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1,000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704A7E-EC2E-DF52-9ACA-DCA7A9E5AC74}"/>
                </a:ext>
              </a:extLst>
            </p:cNvPr>
            <p:cNvSpPr/>
            <p:nvPr/>
          </p:nvSpPr>
          <p:spPr>
            <a:xfrm>
              <a:off x="3997870" y="1100144"/>
              <a:ext cx="457199" cy="1691275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130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11E363E-9E34-F622-8712-5A53B5BB137B}"/>
                </a:ext>
              </a:extLst>
            </p:cNvPr>
            <p:cNvSpPr/>
            <p:nvPr/>
          </p:nvSpPr>
          <p:spPr>
            <a:xfrm>
              <a:off x="4001180" y="637172"/>
              <a:ext cx="457200" cy="461894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dirty="0"/>
                <a:t>100</a:t>
              </a:r>
            </a:p>
          </p:txBody>
        </p:sp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1CD0E419-D9F3-DF23-EDDE-E23A4E106BB9}"/>
                </a:ext>
              </a:extLst>
            </p:cNvPr>
            <p:cNvSpPr/>
            <p:nvPr/>
          </p:nvSpPr>
          <p:spPr>
            <a:xfrm rot="16200000">
              <a:off x="1721179" y="3521048"/>
              <a:ext cx="103497" cy="1278540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11C145-2DCA-FADD-9903-F9444C7E0C95}"/>
                </a:ext>
              </a:extLst>
            </p:cNvPr>
            <p:cNvSpPr txBox="1"/>
            <p:nvPr/>
          </p:nvSpPr>
          <p:spPr>
            <a:xfrm>
              <a:off x="1134832" y="4145091"/>
              <a:ext cx="12777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/>
                <a:t>Legacy VOR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1B635E-0DE0-0FF3-B62F-B6889B95D803}"/>
                </a:ext>
              </a:extLst>
            </p:cNvPr>
            <p:cNvSpPr txBox="1"/>
            <p:nvPr/>
          </p:nvSpPr>
          <p:spPr>
            <a:xfrm>
              <a:off x="3637639" y="4129252"/>
              <a:ext cx="6703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DME</a:t>
              </a:r>
            </a:p>
          </p:txBody>
        </p:sp>
        <p:sp>
          <p:nvSpPr>
            <p:cNvPr id="46" name="Left Brace 45">
              <a:extLst>
                <a:ext uri="{FF2B5EF4-FFF2-40B4-BE49-F238E27FC236}">
                  <a16:creationId xmlns:a16="http://schemas.microsoft.com/office/drawing/2014/main" id="{FD61F600-1D9D-B72B-8E50-56ACFA76A298}"/>
                </a:ext>
              </a:extLst>
            </p:cNvPr>
            <p:cNvSpPr/>
            <p:nvPr/>
          </p:nvSpPr>
          <p:spPr>
            <a:xfrm rot="16200000">
              <a:off x="3934835" y="3732956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7A5A74-83E3-17D3-8063-C53484C8EE4A}"/>
                </a:ext>
              </a:extLst>
            </p:cNvPr>
            <p:cNvSpPr txBox="1"/>
            <p:nvPr/>
          </p:nvSpPr>
          <p:spPr>
            <a:xfrm>
              <a:off x="155017" y="104676"/>
              <a:ext cx="8675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Alt (ft)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0C4E8A-1F35-246A-E305-AD6733CCCC0A}"/>
                </a:ext>
              </a:extLst>
            </p:cNvPr>
            <p:cNvSpPr txBox="1"/>
            <p:nvPr/>
          </p:nvSpPr>
          <p:spPr>
            <a:xfrm>
              <a:off x="2697952" y="4135882"/>
              <a:ext cx="6385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VOR</a:t>
              </a:r>
            </a:p>
          </p:txBody>
        </p: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235EA042-9A63-D476-61E7-BA4EE8F9CE0C}"/>
                </a:ext>
              </a:extLst>
            </p:cNvPr>
            <p:cNvSpPr/>
            <p:nvPr/>
          </p:nvSpPr>
          <p:spPr>
            <a:xfrm rot="16200000">
              <a:off x="2966604" y="3737495"/>
              <a:ext cx="103497" cy="854724"/>
            </a:xfrm>
            <a:prstGeom prst="leftBrace">
              <a:avLst>
                <a:gd name="adj1" fmla="val 5665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89364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EFF6942-609B-1611-787B-5BDE36149411}"/>
              </a:ext>
            </a:extLst>
          </p:cNvPr>
          <p:cNvSpPr/>
          <p:nvPr/>
        </p:nvSpPr>
        <p:spPr>
          <a:xfrm>
            <a:off x="7729771" y="1781413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062270-F254-427D-007F-B38B33A43B2E}"/>
              </a:ext>
            </a:extLst>
          </p:cNvPr>
          <p:cNvSpPr/>
          <p:nvPr/>
        </p:nvSpPr>
        <p:spPr>
          <a:xfrm>
            <a:off x="1562980" y="177782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A4D178-2E0D-4861-252B-3120FF39F6D9}"/>
              </a:ext>
            </a:extLst>
          </p:cNvPr>
          <p:cNvSpPr/>
          <p:nvPr/>
        </p:nvSpPr>
        <p:spPr>
          <a:xfrm>
            <a:off x="1562982" y="871879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39AB8-EAF1-01A2-53FF-FB44D1CE7FA1}"/>
              </a:ext>
            </a:extLst>
          </p:cNvPr>
          <p:cNvSpPr txBox="1"/>
          <p:nvPr/>
        </p:nvSpPr>
        <p:spPr>
          <a:xfrm>
            <a:off x="-312779" y="2467257"/>
            <a:ext cx="1913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Cruise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458C86-456F-2D93-CC7F-96AC6F1884C2}"/>
              </a:ext>
            </a:extLst>
          </p:cNvPr>
          <p:cNvSpPr txBox="1"/>
          <p:nvPr/>
        </p:nvSpPr>
        <p:spPr>
          <a:xfrm>
            <a:off x="-198478" y="687213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041F6B-46E0-3B0F-9016-3ABEED65756C}"/>
              </a:ext>
            </a:extLst>
          </p:cNvPr>
          <p:cNvSpPr txBox="1"/>
          <p:nvPr/>
        </p:nvSpPr>
        <p:spPr>
          <a:xfrm>
            <a:off x="331596" y="1609775"/>
            <a:ext cx="1231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C2C8A6-187D-6BFC-6C27-F73D07C24142}"/>
              </a:ext>
            </a:extLst>
          </p:cNvPr>
          <p:cNvSpPr txBox="1"/>
          <p:nvPr/>
        </p:nvSpPr>
        <p:spPr>
          <a:xfrm>
            <a:off x="-198478" y="3429000"/>
            <a:ext cx="1761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-50ft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E18F4D-697A-44B4-C945-C47D4831FE91}"/>
              </a:ext>
            </a:extLst>
          </p:cNvPr>
          <p:cNvSpPr txBox="1"/>
          <p:nvPr/>
        </p:nvSpPr>
        <p:spPr>
          <a:xfrm>
            <a:off x="-236578" y="4337167"/>
            <a:ext cx="1761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-100ft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2E2AE0-B4BC-C713-0571-8C8046384B8D}"/>
              </a:ext>
            </a:extLst>
          </p:cNvPr>
          <p:cNvSpPr/>
          <p:nvPr/>
        </p:nvSpPr>
        <p:spPr>
          <a:xfrm>
            <a:off x="7728101" y="861243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5029F2-0121-32F4-FEFA-B769DC80F380}"/>
              </a:ext>
            </a:extLst>
          </p:cNvPr>
          <p:cNvSpPr txBox="1"/>
          <p:nvPr/>
        </p:nvSpPr>
        <p:spPr>
          <a:xfrm>
            <a:off x="5966641" y="676577"/>
            <a:ext cx="176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+100ft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D20C3-B059-AAB8-2E85-8C65478AEA5F}"/>
              </a:ext>
            </a:extLst>
          </p:cNvPr>
          <p:cNvSpPr txBox="1"/>
          <p:nvPr/>
        </p:nvSpPr>
        <p:spPr>
          <a:xfrm>
            <a:off x="5966639" y="2467257"/>
            <a:ext cx="1761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Minimums</a:t>
            </a:r>
            <a:endParaRPr 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7BE6DB-FAF9-722A-36A5-456ECF7C34DC}"/>
              </a:ext>
            </a:extLst>
          </p:cNvPr>
          <p:cNvSpPr/>
          <p:nvPr/>
        </p:nvSpPr>
        <p:spPr>
          <a:xfrm>
            <a:off x="1563624" y="2697480"/>
            <a:ext cx="3253565" cy="9144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61D42-F98B-878A-4341-EF7C1E429B78}"/>
              </a:ext>
            </a:extLst>
          </p:cNvPr>
          <p:cNvSpPr/>
          <p:nvPr/>
        </p:nvSpPr>
        <p:spPr>
          <a:xfrm>
            <a:off x="1562980" y="3607433"/>
            <a:ext cx="3253564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A62FE-B716-F383-3E6B-8B3B407FD53C}"/>
              </a:ext>
            </a:extLst>
          </p:cNvPr>
          <p:cNvSpPr txBox="1"/>
          <p:nvPr/>
        </p:nvSpPr>
        <p:spPr>
          <a:xfrm>
            <a:off x="622997" y="2055266"/>
            <a:ext cx="939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3DF99C-1658-4802-6092-5966EA86EE15}"/>
              </a:ext>
            </a:extLst>
          </p:cNvPr>
          <p:cNvCxnSpPr>
            <a:cxnSpLocks/>
          </p:cNvCxnSpPr>
          <p:nvPr/>
        </p:nvCxnSpPr>
        <p:spPr>
          <a:xfrm>
            <a:off x="1565074" y="2706576"/>
            <a:ext cx="3251470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BA1F3B-00E0-0305-C558-47D1C0A3484B}"/>
              </a:ext>
            </a:extLst>
          </p:cNvPr>
          <p:cNvSpPr txBox="1"/>
          <p:nvPr/>
        </p:nvSpPr>
        <p:spPr>
          <a:xfrm>
            <a:off x="517944" y="2962570"/>
            <a:ext cx="104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-25ft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36973E-AC08-4CD2-88C4-F857C0910F80}"/>
              </a:ext>
            </a:extLst>
          </p:cNvPr>
          <p:cNvSpPr txBox="1"/>
          <p:nvPr/>
        </p:nvSpPr>
        <p:spPr>
          <a:xfrm>
            <a:off x="6893169" y="1609775"/>
            <a:ext cx="83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+50ft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BC4840-B5F3-497B-0B91-1EE4313B2BE8}"/>
              </a:ext>
            </a:extLst>
          </p:cNvPr>
          <p:cNvSpPr txBox="1"/>
          <p:nvPr/>
        </p:nvSpPr>
        <p:spPr>
          <a:xfrm>
            <a:off x="6788115" y="2055266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+25ft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8753D5-388E-E3C6-E6A5-CB649A36196C}"/>
              </a:ext>
            </a:extLst>
          </p:cNvPr>
          <p:cNvSpPr txBox="1"/>
          <p:nvPr/>
        </p:nvSpPr>
        <p:spPr>
          <a:xfrm>
            <a:off x="6790402" y="1145462"/>
            <a:ext cx="93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+75ft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0E96B9-64ED-9AEF-E1F9-6481B2782C8D}"/>
              </a:ext>
            </a:extLst>
          </p:cNvPr>
          <p:cNvSpPr/>
          <p:nvPr/>
        </p:nvSpPr>
        <p:spPr>
          <a:xfrm>
            <a:off x="7728095" y="1317522"/>
            <a:ext cx="3253565" cy="457200"/>
          </a:xfrm>
          <a:prstGeom prst="rect">
            <a:avLst/>
          </a:prstGeom>
          <a:solidFill>
            <a:srgbClr val="FFF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22DC3E6-0F91-7D69-B8EB-B42CB664245D}"/>
              </a:ext>
            </a:extLst>
          </p:cNvPr>
          <p:cNvSpPr/>
          <p:nvPr/>
        </p:nvSpPr>
        <p:spPr>
          <a:xfrm>
            <a:off x="7728096" y="2238657"/>
            <a:ext cx="3253564" cy="4572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9095E0-5EA8-14CC-F84B-9DA7740D68BA}"/>
              </a:ext>
            </a:extLst>
          </p:cNvPr>
          <p:cNvCxnSpPr>
            <a:cxnSpLocks/>
          </p:cNvCxnSpPr>
          <p:nvPr/>
        </p:nvCxnSpPr>
        <p:spPr>
          <a:xfrm>
            <a:off x="7728095" y="1774345"/>
            <a:ext cx="3253565" cy="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7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</TotalTime>
  <Words>287</Words>
  <Application>Microsoft Macintosh PowerPoint</Application>
  <PresentationFormat>Widescreen</PresentationFormat>
  <Paragraphs>140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30</cp:revision>
  <dcterms:created xsi:type="dcterms:W3CDTF">2025-06-09T16:07:08Z</dcterms:created>
  <dcterms:modified xsi:type="dcterms:W3CDTF">2026-01-27T17:50:31Z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