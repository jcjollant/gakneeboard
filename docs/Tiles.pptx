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/>
    <p:restoredTop sz="94658"/>
  </p:normalViewPr>
  <p:slideViewPr>
    <p:cSldViewPr snapToGrid="0">
      <p:cViewPr varScale="1">
        <p:scale>
          <a:sx n="120" d="100"/>
          <a:sy n="120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D9140-C40B-E50D-747C-E9E5FC122E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632DDF-E6F7-D9DE-6EFA-D0456B699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CE7CF-F407-7C0D-0F47-9734C335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CD745-DD17-B1BF-5A70-162CA236D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5BF16-AA8D-CFE6-F76A-BAA9B9C71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14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E6AAA-37EA-95C9-E75E-71C460B69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4AB64B-2A9E-F275-FC55-A15577595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4CE99-842D-ECB4-49A8-C706C5DEA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15CB2D-187D-B588-2E16-324EAF9AD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49FAF-54F1-F3A8-B068-B2BBD5A2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8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8D5E-2BAC-F980-3E76-AB1A8632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68AC9E-791E-E501-FBD3-D7ADD8D08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9C030-71E9-A33F-40C8-405C2CAF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7321A-FF36-8E8E-5841-FD52B9414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27CA2-D17C-EE4D-2652-3EDBFEEBD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89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D873B-77ED-8683-6865-F0ECBA4DE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A7D9C-1AD3-1937-1FB9-7A83231F05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8C83C-0390-9876-3629-8ABCB4CBD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7B439B-5CE2-5E09-54AB-C033F2AC9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F0917-C6F4-E4BE-62B8-243A7D412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854D3C-656F-D61C-BD77-9E286D339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87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BE35D-0EEE-9ACA-D462-49B0A5405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4CDE4-749A-A4E0-E7E1-FF991521C9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6FBB47-7D49-387E-3BE6-3DA86FBD0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6988F-FCF6-FB06-420B-DC1799405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3C9C3F-0591-EB23-9DA7-D3156E2FFC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EAA788-697D-60E7-0B1E-4329B9B78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E28F04-1962-7DAD-0C34-91AEE47C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611A42-5430-9C66-D890-847308BF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75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030C9-7B69-9FEB-106F-0657770BE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A0135D-D306-E377-71CA-85E170946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DC5AFD-552F-6BFC-6A46-8BD331415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66F3D-4923-72FD-E902-50D4593E8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041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E1327-164E-4547-A84D-EC52DAC7D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B25EF-2735-AEF8-BE19-A731C3E5D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D2BBEB-F507-1E34-E518-8A5C08269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82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B4A8D-3A7B-CF8E-BA31-821B86E0A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84E1D-6F1D-6E65-DD12-E8A390942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5D7F27-575A-1503-8DA7-77FD0254C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181EC-9077-77E4-BEB5-03D23277A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6756C-84C0-CB6E-A38E-AA11A9E7C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958481-9BA7-DAE3-FEB8-6714168D1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23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C373-5049-60F6-C940-DCC1A06A3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4D7577-0B09-C541-9229-E91A8B040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11F510-1BB5-1348-3964-06B0B0BFC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21B9D-FF9A-EB35-4311-4EE3BC728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055641-32D3-3DD6-51CA-B3BF26731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A2C4A-F43C-EE95-9C3C-0FFE9278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621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CAA7A-6F4C-C9A7-F7E0-43F2D1412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FFF5C-A586-AF48-AA06-8D2965E83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A4682-059F-AE03-6124-1F2EA1FB2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3E77B-8E09-88EF-DA89-9E5A2CCD1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5C806-38BC-6FDB-23F2-452D624C2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1AC2C3-C4DC-108D-7033-816651DAC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15C3F1-24EE-452F-1DA6-E414B24C50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5A24C-C81B-3612-B4B7-864531F96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EF45E-2D0B-6356-B82C-FAC1043A4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57D9FB-212F-BD91-F2D5-0C9AE6B2A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067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649C41-56B6-7B41-3FC5-EC2D9282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7482AB-2FAD-7FC3-E61C-EFA80C680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E3946-F6B7-C865-831E-E8EBFEA28A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DA5C4A-B072-FB48-84F0-865EE8F0D843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4D0F3-6763-C166-48E9-53E1C3A42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BBC59-166C-35B6-F9FC-30846ABFE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1BF1BF-FD6C-0448-A64A-7095B5B364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74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C11004C-87AB-747F-5CCE-087BB3212162}"/>
              </a:ext>
            </a:extLst>
          </p:cNvPr>
          <p:cNvSpPr/>
          <p:nvPr/>
        </p:nvSpPr>
        <p:spPr>
          <a:xfrm>
            <a:off x="3561907" y="1541721"/>
            <a:ext cx="4380614" cy="4380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7B36D0-6FCD-1DA5-1F30-1E0CFD1AC13E}"/>
              </a:ext>
            </a:extLst>
          </p:cNvPr>
          <p:cNvCxnSpPr/>
          <p:nvPr/>
        </p:nvCxnSpPr>
        <p:spPr>
          <a:xfrm>
            <a:off x="2977116" y="2007900"/>
            <a:ext cx="604992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3A996C0-7F74-7468-5DF8-3449FE9DD238}"/>
              </a:ext>
            </a:extLst>
          </p:cNvPr>
          <p:cNvSpPr txBox="1"/>
          <p:nvPr/>
        </p:nvSpPr>
        <p:spPr>
          <a:xfrm>
            <a:off x="3561906" y="1574905"/>
            <a:ext cx="4380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IAP and ±1h,2000ft,3sm  →  </a:t>
            </a:r>
            <a:r>
              <a:rPr lang="en-US" sz="2000" b="1" dirty="0">
                <a:solidFill>
                  <a:schemeClr val="accent3"/>
                </a:solidFill>
              </a:rPr>
              <a:t>No ALT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5BBBB6-CD29-A446-7E92-7B60674BDDA2}"/>
              </a:ext>
            </a:extLst>
          </p:cNvPr>
          <p:cNvSpPr txBox="1"/>
          <p:nvPr/>
        </p:nvSpPr>
        <p:spPr>
          <a:xfrm>
            <a:off x="3561905" y="2041259"/>
            <a:ext cx="4380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>
                    <a:lumMod val="65000"/>
                  </a:schemeClr>
                </a:solidFill>
              </a:rPr>
              <a:t>Alternate Wx Minimums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25260A-5A11-EA36-B308-32A031040F69}"/>
              </a:ext>
            </a:extLst>
          </p:cNvPr>
          <p:cNvSpPr txBox="1"/>
          <p:nvPr/>
        </p:nvSpPr>
        <p:spPr>
          <a:xfrm>
            <a:off x="3738880" y="2680659"/>
            <a:ext cx="589280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IAP</a:t>
            </a:r>
          </a:p>
          <a:p>
            <a:pPr algn="ctr"/>
            <a:r>
              <a:rPr lang="en-US" sz="1050" dirty="0"/>
              <a:t>Usable</a:t>
            </a:r>
            <a:endParaRPr lang="en-US" sz="1000" dirty="0"/>
          </a:p>
        </p:txBody>
      </p:sp>
      <p:sp>
        <p:nvSpPr>
          <p:cNvPr id="11" name="Triangle 10">
            <a:extLst>
              <a:ext uri="{FF2B5EF4-FFF2-40B4-BE49-F238E27FC236}">
                <a16:creationId xmlns:a16="http://schemas.microsoft.com/office/drawing/2014/main" id="{B352E8BC-24D9-CED9-E431-C9C00F553B20}"/>
              </a:ext>
            </a:extLst>
          </p:cNvPr>
          <p:cNvSpPr/>
          <p:nvPr/>
        </p:nvSpPr>
        <p:spPr>
          <a:xfrm>
            <a:off x="3799840" y="3993366"/>
            <a:ext cx="457200" cy="511772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2400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895E9D-9E78-CB99-3870-9BA8FCE176E1}"/>
              </a:ext>
            </a:extLst>
          </p:cNvPr>
          <p:cNvSpPr txBox="1"/>
          <p:nvPr/>
        </p:nvSpPr>
        <p:spPr>
          <a:xfrm>
            <a:off x="5506722" y="2628242"/>
            <a:ext cx="235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Must Allow Descent from MEA in VFR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465337-0777-3249-435F-014FC1C195CF}"/>
              </a:ext>
            </a:extLst>
          </p:cNvPr>
          <p:cNvSpPr txBox="1"/>
          <p:nvPr/>
        </p:nvSpPr>
        <p:spPr>
          <a:xfrm>
            <a:off x="5506722" y="5283095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ALT Minimums</a:t>
            </a:r>
          </a:p>
        </p:txBody>
      </p: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DFA23724-7834-7B13-B12F-9DD35978E90B}"/>
              </a:ext>
            </a:extLst>
          </p:cNvPr>
          <p:cNvCxnSpPr>
            <a:cxnSpLocks/>
            <a:stCxn id="11" idx="3"/>
            <a:endCxn id="13" idx="1"/>
          </p:cNvCxnSpPr>
          <p:nvPr/>
        </p:nvCxnSpPr>
        <p:spPr>
          <a:xfrm rot="16200000" flipH="1">
            <a:off x="4286270" y="4247308"/>
            <a:ext cx="962623" cy="1478282"/>
          </a:xfrm>
          <a:prstGeom prst="bentConnector2">
            <a:avLst/>
          </a:prstGeom>
          <a:ln w="635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C9936504-1B7B-2405-488A-E41C47A8C5CD}"/>
              </a:ext>
            </a:extLst>
          </p:cNvPr>
          <p:cNvCxnSpPr>
            <a:cxnSpLocks/>
            <a:stCxn id="11" idx="5"/>
            <a:endCxn id="23" idx="1"/>
          </p:cNvCxnSpPr>
          <p:nvPr/>
        </p:nvCxnSpPr>
        <p:spPr>
          <a:xfrm flipV="1">
            <a:off x="4142740" y="3793181"/>
            <a:ext cx="1363980" cy="456071"/>
          </a:xfrm>
          <a:prstGeom prst="bentConnector3">
            <a:avLst>
              <a:gd name="adj1" fmla="val 50000"/>
            </a:avLst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C770AA4-A19F-5FB9-F9AE-FDA7D14B0521}"/>
              </a:ext>
            </a:extLst>
          </p:cNvPr>
          <p:cNvSpPr txBox="1"/>
          <p:nvPr/>
        </p:nvSpPr>
        <p:spPr>
          <a:xfrm>
            <a:off x="5506720" y="3608515"/>
            <a:ext cx="2673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Non Prec. 800ft, 2sm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D4159A-EEB8-F386-0F69-644F461ED3A8}"/>
              </a:ext>
            </a:extLst>
          </p:cNvPr>
          <p:cNvSpPr txBox="1"/>
          <p:nvPr/>
        </p:nvSpPr>
        <p:spPr>
          <a:xfrm>
            <a:off x="5506719" y="4446784"/>
            <a:ext cx="2357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Precision: 600ft, 2sm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D4E886FD-1B01-07CD-81AB-A9AC7FF57E64}"/>
              </a:ext>
            </a:extLst>
          </p:cNvPr>
          <p:cNvCxnSpPr>
            <a:cxnSpLocks/>
            <a:stCxn id="11" idx="5"/>
            <a:endCxn id="25" idx="1"/>
          </p:cNvCxnSpPr>
          <p:nvPr/>
        </p:nvCxnSpPr>
        <p:spPr>
          <a:xfrm>
            <a:off x="4142740" y="4249252"/>
            <a:ext cx="1363979" cy="382198"/>
          </a:xfrm>
          <a:prstGeom prst="bentConnector3">
            <a:avLst>
              <a:gd name="adj1" fmla="val 50000"/>
            </a:avLst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E503985-B2AF-189A-D55F-82DA32D1A91B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4328160" y="2951408"/>
            <a:ext cx="1178562" cy="10097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BC5A410-202F-8BD1-A949-BEA34D688E37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4028440" y="3242351"/>
            <a:ext cx="5080" cy="751015"/>
          </a:xfrm>
          <a:prstGeom prst="straightConnector1">
            <a:avLst/>
          </a:prstGeom>
          <a:ln w="635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72DA8EF-1482-5ED6-B807-3DE876D8C7B6}"/>
              </a:ext>
            </a:extLst>
          </p:cNvPr>
          <p:cNvSpPr txBox="1"/>
          <p:nvPr/>
        </p:nvSpPr>
        <p:spPr>
          <a:xfrm>
            <a:off x="4359442" y="2695260"/>
            <a:ext cx="27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</a:t>
            </a:r>
            <a:endParaRPr lang="en-US" sz="105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40F9E0-4AA6-38B8-BA62-98BC5DC16F65}"/>
              </a:ext>
            </a:extLst>
          </p:cNvPr>
          <p:cNvSpPr txBox="1"/>
          <p:nvPr/>
        </p:nvSpPr>
        <p:spPr>
          <a:xfrm>
            <a:off x="4285011" y="3958466"/>
            <a:ext cx="27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8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58504A-4212-B64B-6328-AAD50436650B}"/>
              </a:ext>
            </a:extLst>
          </p:cNvPr>
          <p:cNvSpPr/>
          <p:nvPr/>
        </p:nvSpPr>
        <p:spPr>
          <a:xfrm>
            <a:off x="3561907" y="1541721"/>
            <a:ext cx="4380614" cy="43806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FF3755-BB2C-2CAE-0D7C-5A5A5E2AF6FD}"/>
              </a:ext>
            </a:extLst>
          </p:cNvPr>
          <p:cNvSpPr txBox="1"/>
          <p:nvPr/>
        </p:nvSpPr>
        <p:spPr>
          <a:xfrm>
            <a:off x="3561906" y="1574905"/>
            <a:ext cx="43806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IFR Lost Comms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AD4D69-2C2D-CAF3-E130-F33BFA7A1E9A}"/>
              </a:ext>
            </a:extLst>
          </p:cNvPr>
          <p:cNvCxnSpPr>
            <a:cxnSpLocks/>
          </p:cNvCxnSpPr>
          <p:nvPr/>
        </p:nvCxnSpPr>
        <p:spPr>
          <a:xfrm>
            <a:off x="2977116" y="2007900"/>
            <a:ext cx="604992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7725B6-2291-ABAF-18A4-90EEDB83B256}"/>
              </a:ext>
            </a:extLst>
          </p:cNvPr>
          <p:cNvSpPr txBox="1"/>
          <p:nvPr/>
        </p:nvSpPr>
        <p:spPr>
          <a:xfrm>
            <a:off x="3738880" y="2138390"/>
            <a:ext cx="620562" cy="56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VFR</a:t>
            </a:r>
          </a:p>
          <a:p>
            <a:pPr algn="ctr"/>
            <a:r>
              <a:rPr lang="en-US" sz="1050" dirty="0"/>
              <a:t>Cond.</a:t>
            </a:r>
            <a:endParaRPr lang="en-US" sz="1000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4C28FAE-532E-0E5E-38FF-8AC07853F7F7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359442" y="2419236"/>
            <a:ext cx="998823" cy="5998"/>
          </a:xfrm>
          <a:prstGeom prst="straightConnector1">
            <a:avLst/>
          </a:prstGeom>
          <a:ln w="635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9154FC5-232B-631F-5636-3EF4D5693EFF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049161" y="2700082"/>
            <a:ext cx="0" cy="574746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CBD1664-CCD0-08FF-D762-CD75D399E03F}"/>
              </a:ext>
            </a:extLst>
          </p:cNvPr>
          <p:cNvSpPr txBox="1"/>
          <p:nvPr/>
        </p:nvSpPr>
        <p:spPr>
          <a:xfrm>
            <a:off x="4359442" y="2152991"/>
            <a:ext cx="27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Y</a:t>
            </a:r>
            <a:endParaRPr 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64C6AE-68BF-F92E-484B-A7E7C514F3F2}"/>
              </a:ext>
            </a:extLst>
          </p:cNvPr>
          <p:cNvSpPr txBox="1"/>
          <p:nvPr/>
        </p:nvSpPr>
        <p:spPr>
          <a:xfrm>
            <a:off x="5358265" y="2102068"/>
            <a:ext cx="25055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Continue VFR</a:t>
            </a:r>
            <a:br>
              <a:rPr lang="en-US" dirty="0"/>
            </a:br>
            <a:r>
              <a:rPr lang="en-US" dirty="0"/>
              <a:t>Land </a:t>
            </a:r>
            <a:r>
              <a:rPr lang="en-US" dirty="0" err="1"/>
              <a:t>a.s.a.</a:t>
            </a:r>
            <a:r>
              <a:rPr lang="en-US" dirty="0"/>
              <a:t> practicable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9E40FA-065B-E8E8-3233-6A50304C26EE}"/>
              </a:ext>
            </a:extLst>
          </p:cNvPr>
          <p:cNvSpPr txBox="1"/>
          <p:nvPr/>
        </p:nvSpPr>
        <p:spPr>
          <a:xfrm>
            <a:off x="3561905" y="3335675"/>
            <a:ext cx="438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Route</a:t>
            </a:r>
            <a:r>
              <a:rPr lang="en-US" dirty="0"/>
              <a:t>: </a:t>
            </a:r>
            <a:r>
              <a:rPr lang="en-US" dirty="0" err="1"/>
              <a:t>Assign’d</a:t>
            </a:r>
            <a:r>
              <a:rPr lang="en-US" dirty="0"/>
              <a:t> &gt; Vectors &gt; </a:t>
            </a:r>
            <a:r>
              <a:rPr lang="en-US" dirty="0" err="1"/>
              <a:t>Expct’d</a:t>
            </a:r>
            <a:r>
              <a:rPr lang="en-US" dirty="0"/>
              <a:t> &gt; Filed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A602E1-E7FB-AC67-4A6C-9A26F7AF7410}"/>
              </a:ext>
            </a:extLst>
          </p:cNvPr>
          <p:cNvSpPr txBox="1"/>
          <p:nvPr/>
        </p:nvSpPr>
        <p:spPr>
          <a:xfrm>
            <a:off x="3561892" y="3706841"/>
            <a:ext cx="430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Altitude</a:t>
            </a:r>
            <a:r>
              <a:rPr lang="en-US" dirty="0"/>
              <a:t>: Max( Min, </a:t>
            </a:r>
            <a:r>
              <a:rPr lang="en-US" dirty="0" err="1"/>
              <a:t>Expct’d</a:t>
            </a:r>
            <a:r>
              <a:rPr lang="en-US" dirty="0"/>
              <a:t>, </a:t>
            </a:r>
            <a:r>
              <a:rPr lang="en-US" dirty="0" err="1"/>
              <a:t>Assign’d</a:t>
            </a:r>
            <a:r>
              <a:rPr lang="en-US" dirty="0"/>
              <a:t>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37C5AC-F5FC-6FF5-480D-4E48C967C91F}"/>
              </a:ext>
            </a:extLst>
          </p:cNvPr>
          <p:cNvSpPr txBox="1"/>
          <p:nvPr/>
        </p:nvSpPr>
        <p:spPr>
          <a:xfrm>
            <a:off x="3561892" y="4348680"/>
            <a:ext cx="4301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Leave Clearance</a:t>
            </a:r>
            <a:r>
              <a:rPr lang="en-US" dirty="0"/>
              <a:t>: EFC &gt; ETA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1AEBB1-FF38-4598-5226-6D8E2E415CBB}"/>
              </a:ext>
            </a:extLst>
          </p:cNvPr>
          <p:cNvSpPr txBox="1"/>
          <p:nvPr/>
        </p:nvSpPr>
        <p:spPr>
          <a:xfrm>
            <a:off x="4033373" y="2645636"/>
            <a:ext cx="27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</a:t>
            </a:r>
            <a:endParaRPr lang="en-US" sz="10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D27311-D62C-C9CB-4D1A-6FCA2E9C96CE}"/>
              </a:ext>
            </a:extLst>
          </p:cNvPr>
          <p:cNvSpPr txBox="1"/>
          <p:nvPr/>
        </p:nvSpPr>
        <p:spPr>
          <a:xfrm>
            <a:off x="3683874" y="4815705"/>
            <a:ext cx="620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IAF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305E1F5-6036-E0BD-0E9C-3B711B969B87}"/>
              </a:ext>
            </a:extLst>
          </p:cNvPr>
          <p:cNvCxnSpPr>
            <a:cxnSpLocks/>
          </p:cNvCxnSpPr>
          <p:nvPr/>
        </p:nvCxnSpPr>
        <p:spPr>
          <a:xfrm>
            <a:off x="2977116" y="4233607"/>
            <a:ext cx="604992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210BA1-C3D0-75DC-7F40-815FBEF410C5}"/>
              </a:ext>
            </a:extLst>
          </p:cNvPr>
          <p:cNvCxnSpPr>
            <a:cxnSpLocks/>
            <a:stCxn id="20" idx="3"/>
            <a:endCxn id="24" idx="1"/>
          </p:cNvCxnSpPr>
          <p:nvPr/>
        </p:nvCxnSpPr>
        <p:spPr>
          <a:xfrm>
            <a:off x="4304436" y="5015760"/>
            <a:ext cx="1016909" cy="8028"/>
          </a:xfrm>
          <a:prstGeom prst="straightConnector1">
            <a:avLst/>
          </a:prstGeom>
          <a:ln w="63500">
            <a:solidFill>
              <a:schemeClr val="accent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17175ECC-124E-1C4A-DABC-5DB75C505918}"/>
              </a:ext>
            </a:extLst>
          </p:cNvPr>
          <p:cNvSpPr txBox="1"/>
          <p:nvPr/>
        </p:nvSpPr>
        <p:spPr>
          <a:xfrm>
            <a:off x="4304436" y="4741281"/>
            <a:ext cx="27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Y</a:t>
            </a:r>
            <a:endParaRPr 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1E9861-FFD7-F191-40A0-258F76CA667F}"/>
              </a:ext>
            </a:extLst>
          </p:cNvPr>
          <p:cNvSpPr txBox="1"/>
          <p:nvPr/>
        </p:nvSpPr>
        <p:spPr>
          <a:xfrm>
            <a:off x="5321345" y="4839122"/>
            <a:ext cx="250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Commence Approach</a:t>
            </a:r>
          </a:p>
        </p:txBody>
      </p:sp>
      <p:cxnSp>
        <p:nvCxnSpPr>
          <p:cNvPr id="27" name="Elbow Connector 26">
            <a:extLst>
              <a:ext uri="{FF2B5EF4-FFF2-40B4-BE49-F238E27FC236}">
                <a16:creationId xmlns:a16="http://schemas.microsoft.com/office/drawing/2014/main" id="{779B8509-1AC3-FB3D-9690-3E604AB2D8CE}"/>
              </a:ext>
            </a:extLst>
          </p:cNvPr>
          <p:cNvCxnSpPr>
            <a:cxnSpLocks/>
            <a:stCxn id="20" idx="2"/>
            <a:endCxn id="31" idx="1"/>
          </p:cNvCxnSpPr>
          <p:nvPr/>
        </p:nvCxnSpPr>
        <p:spPr>
          <a:xfrm rot="16200000" flipH="1">
            <a:off x="4451442" y="4758528"/>
            <a:ext cx="412617" cy="1327190"/>
          </a:xfrm>
          <a:prstGeom prst="bentConnector2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31D9602F-11B1-65F9-75C3-DF349E09D969}"/>
              </a:ext>
            </a:extLst>
          </p:cNvPr>
          <p:cNvSpPr txBox="1"/>
          <p:nvPr/>
        </p:nvSpPr>
        <p:spPr>
          <a:xfrm>
            <a:off x="3994155" y="5232144"/>
            <a:ext cx="27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</a:t>
            </a:r>
            <a:endParaRPr lang="en-US" sz="10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B660329-0821-9F8F-4177-43AB7A751F80}"/>
              </a:ext>
            </a:extLst>
          </p:cNvPr>
          <p:cNvSpPr txBox="1"/>
          <p:nvPr/>
        </p:nvSpPr>
        <p:spPr>
          <a:xfrm>
            <a:off x="5321345" y="5443766"/>
            <a:ext cx="2505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Proceed To Fix</a:t>
            </a:r>
          </a:p>
        </p:txBody>
      </p:sp>
    </p:spTree>
    <p:extLst>
      <p:ext uri="{BB962C8B-B14F-4D97-AF65-F5344CB8AC3E}">
        <p14:creationId xmlns:p14="http://schemas.microsoft.com/office/powerpoint/2010/main" val="4247037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92</Words>
  <Application>Microsoft Macintosh PowerPoint</Application>
  <PresentationFormat>Widescreen</PresentationFormat>
  <Paragraphs>25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Jollant, JC</dc:creator>
  <cp:lastModifiedBy>Jollant, JC</cp:lastModifiedBy>
  <cp:revision>4</cp:revision>
  <dcterms:created xsi:type="dcterms:W3CDTF">2025-06-09T16:07:08Z</dcterms:created>
  <dcterms:modified xsi:type="dcterms:W3CDTF">2025-08-25T01:40:47Z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2025-06-09T16:32:55Z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62cb115c-62f3-46de-8d7c-a35b58cb2c0c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