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/>
    <p:restoredTop sz="94658"/>
  </p:normalViewPr>
  <p:slideViewPr>
    <p:cSldViewPr snapToGrid="0">
      <p:cViewPr varScale="1">
        <p:scale>
          <a:sx n="56" d="100"/>
          <a:sy n="56" d="100"/>
        </p:scale>
        <p:origin x="60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2923953" y="260497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2923953" y="260497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4785147" y="304380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3307222" y="304380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39E58D-BF53-4CA9-9A6C-B56BB7A0C64E}"/>
              </a:ext>
            </a:extLst>
          </p:cNvPr>
          <p:cNvSpPr txBox="1"/>
          <p:nvPr/>
        </p:nvSpPr>
        <p:spPr>
          <a:xfrm>
            <a:off x="5167423" y="5575459"/>
            <a:ext cx="1205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§91.159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2729022" y="2604976"/>
            <a:ext cx="12050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267200" y="1645920"/>
            <a:ext cx="3657600" cy="365760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Flight Time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142</Words>
  <Application>Microsoft Office PowerPoint</Application>
  <PresentationFormat>Widescreen</PresentationFormat>
  <Paragraphs>50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JC Jollant</cp:lastModifiedBy>
  <cp:revision>12</cp:revision>
  <dcterms:created xsi:type="dcterms:W3CDTF">2025-06-09T16:07:08Z</dcterms:created>
  <dcterms:modified xsi:type="dcterms:W3CDTF">2025-09-28T16:08:38Z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