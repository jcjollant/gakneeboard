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/>
    <p:restoredTop sz="94658"/>
  </p:normalViewPr>
  <p:slideViewPr>
    <p:cSldViewPr snapToGrid="0">
      <p:cViewPr varScale="1">
        <p:scale>
          <a:sx n="120" d="100"/>
          <a:sy n="120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9526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5846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AD4D69-2C2D-CAF3-E130-F33BFA7A1E9A}"/>
              </a:ext>
            </a:extLst>
          </p:cNvPr>
          <p:cNvCxnSpPr>
            <a:cxnSpLocks/>
          </p:cNvCxnSpPr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2138390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419236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700082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215299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2102068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3335675"/>
            <a:ext cx="438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Assign’d &gt; Vectors &gt; Expct’d &gt; Filed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70684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Min, Expct’d, Assign’d)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64563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2923953" y="260497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2923953" y="260497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C34D-EACC-D35C-9A9C-364E532C0C20}"/>
              </a:ext>
            </a:extLst>
          </p:cNvPr>
          <p:cNvSpPr txBox="1"/>
          <p:nvPr/>
        </p:nvSpPr>
        <p:spPr>
          <a:xfrm>
            <a:off x="4785147" y="304380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0°-179°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3,500</a:t>
            </a:r>
          </a:p>
          <a:p>
            <a:r>
              <a:rPr lang="en-US" dirty="0"/>
              <a:t>5,500</a:t>
            </a:r>
          </a:p>
          <a:p>
            <a:r>
              <a:rPr lang="en-US" dirty="0"/>
              <a:t>7,500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Odd,500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3307222" y="304380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180°-359°</a:t>
            </a:r>
          </a:p>
          <a:p>
            <a:endParaRPr lang="en-US" u="sng" dirty="0"/>
          </a:p>
          <a:p>
            <a:r>
              <a:rPr lang="en-US" dirty="0"/>
              <a:t>4,500</a:t>
            </a:r>
          </a:p>
          <a:p>
            <a:r>
              <a:rPr lang="en-US" dirty="0"/>
              <a:t>6,500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10,500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Evn,500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39E58D-BF53-4CA9-9A6C-B56BB7A0C64E}"/>
              </a:ext>
            </a:extLst>
          </p:cNvPr>
          <p:cNvSpPr txBox="1"/>
          <p:nvPr/>
        </p:nvSpPr>
        <p:spPr>
          <a:xfrm>
            <a:off x="5167423" y="5575459"/>
            <a:ext cx="12050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§91.159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34732-C1BF-9343-0343-EAD9E6CC2040}"/>
              </a:ext>
            </a:extLst>
          </p:cNvPr>
          <p:cNvSpPr txBox="1"/>
          <p:nvPr/>
        </p:nvSpPr>
        <p:spPr>
          <a:xfrm>
            <a:off x="2729022" y="2604976"/>
            <a:ext cx="12050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&gt; 3,000ft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123</Words>
  <Application>Microsoft Macintosh PowerPoint</Application>
  <PresentationFormat>Widescreen</PresentationFormat>
  <Paragraphs>41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Jollant, JC</cp:lastModifiedBy>
  <cp:revision>6</cp:revision>
  <dcterms:created xsi:type="dcterms:W3CDTF">2025-06-09T16:07:08Z</dcterms:created>
  <dcterms:modified xsi:type="dcterms:W3CDTF">2025-09-27T01:43:25Z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