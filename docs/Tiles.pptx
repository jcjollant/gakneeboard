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24"/>
    <p:restoredTop sz="94664"/>
  </p:normalViewPr>
  <p:slideViewPr>
    <p:cSldViewPr snapToGrid="0">
      <p:cViewPr>
        <p:scale>
          <a:sx n="100" d="100"/>
          <a:sy n="100" d="100"/>
        </p:scale>
        <p:origin x="5730" y="3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Crew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463594" y="2561043"/>
            <a:ext cx="90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FL250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23915" y="2023852"/>
            <a:ext cx="3584732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399359" y="429975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&gt;30min?</a:t>
            </a:r>
          </a:p>
          <a:p>
            <a:pPr algn="ctr"/>
            <a:r>
              <a:rPr lang="en-US" sz="2400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14546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2958497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75427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56930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15</a:t>
            </a:r>
            <a:r>
              <a:rPr lang="en-US" sz="16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30026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29214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12</a:t>
            </a:r>
            <a:r>
              <a:rPr lang="en-US" sz="1200" dirty="0"/>
              <a:t>,5</a:t>
            </a:r>
            <a:r>
              <a:rPr lang="en-US" sz="1050" dirty="0"/>
              <a:t>00</a:t>
            </a:r>
            <a:endParaRPr lang="en-US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D76B7A5D-4E9E-8353-7381-12BD292E5C4A}"/>
              </a:ext>
            </a:extLst>
          </p:cNvPr>
          <p:cNvGrpSpPr/>
          <p:nvPr/>
        </p:nvGrpSpPr>
        <p:grpSpPr>
          <a:xfrm>
            <a:off x="3905693" y="1222859"/>
            <a:ext cx="4380615" cy="4412283"/>
            <a:chOff x="141814" y="92931"/>
            <a:chExt cx="4380615" cy="4412283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3554360-8049-73E9-38DD-35AA2F215AB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022564" y="2470666"/>
              <a:ext cx="238270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28D2D0F-1866-0696-6452-BA68C02A9DC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1022564" y="2013466"/>
              <a:ext cx="295100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34AF45A-5DFB-C6B5-7292-0F5C3284B60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1022564" y="1099066"/>
              <a:ext cx="2993856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E04D399-050A-3CB2-C00E-B8DE32889C32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1022564" y="637172"/>
              <a:ext cx="2993856" cy="469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7D2873-20E5-E50F-37FC-EB2A656DF277}"/>
                </a:ext>
              </a:extLst>
            </p:cNvPr>
            <p:cNvSpPr/>
            <p:nvPr/>
          </p:nvSpPr>
          <p:spPr>
            <a:xfrm>
              <a:off x="141814" y="92931"/>
              <a:ext cx="4380614" cy="438061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C3DC81B-D107-60A8-527E-B39DCC202183}"/>
                </a:ext>
              </a:extLst>
            </p:cNvPr>
            <p:cNvSpPr txBox="1"/>
            <p:nvPr/>
          </p:nvSpPr>
          <p:spPr>
            <a:xfrm>
              <a:off x="155018" y="457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60,000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480DE82-F149-10D6-2736-9D1D60DE486D}"/>
                </a:ext>
              </a:extLst>
            </p:cNvPr>
            <p:cNvSpPr txBox="1"/>
            <p:nvPr/>
          </p:nvSpPr>
          <p:spPr>
            <a:xfrm>
              <a:off x="155018" y="9144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45,000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693BB8-0148-771F-5C72-6E59778FF794}"/>
                </a:ext>
              </a:extLst>
            </p:cNvPr>
            <p:cNvSpPr txBox="1"/>
            <p:nvPr/>
          </p:nvSpPr>
          <p:spPr>
            <a:xfrm>
              <a:off x="155018" y="18288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18,000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80E1B7-9907-33FC-884D-344DC3F9B4E1}"/>
                </a:ext>
              </a:extLst>
            </p:cNvPr>
            <p:cNvSpPr txBox="1"/>
            <p:nvPr/>
          </p:nvSpPr>
          <p:spPr>
            <a:xfrm>
              <a:off x="155018" y="22860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14,500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F6997A-9F45-573B-AADF-266CF6FE15B6}"/>
                </a:ext>
              </a:extLst>
            </p:cNvPr>
            <p:cNvSpPr txBox="1"/>
            <p:nvPr/>
          </p:nvSpPr>
          <p:spPr>
            <a:xfrm>
              <a:off x="3539054" y="2791427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12,900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7DC4F1-7017-448B-6101-B9AFA891F14E}"/>
                </a:ext>
              </a:extLst>
            </p:cNvPr>
            <p:cNvSpPr txBox="1"/>
            <p:nvPr/>
          </p:nvSpPr>
          <p:spPr>
            <a:xfrm>
              <a:off x="155018" y="2743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12,000	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2C2DAF-A771-3272-48A7-43630CF1AEF1}"/>
                </a:ext>
              </a:extLst>
            </p:cNvPr>
            <p:cNvSpPr txBox="1"/>
            <p:nvPr/>
          </p:nvSpPr>
          <p:spPr>
            <a:xfrm>
              <a:off x="278450" y="32004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5,000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B0A7EF-2DAA-30CD-C4EB-EAE664FBF746}"/>
                </a:ext>
              </a:extLst>
            </p:cNvPr>
            <p:cNvSpPr/>
            <p:nvPr/>
          </p:nvSpPr>
          <p:spPr>
            <a:xfrm>
              <a:off x="1039576" y="2927866"/>
              <a:ext cx="457200" cy="90531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3F7800-0BB2-183A-02B0-DDFE03DAF5A6}"/>
                </a:ext>
              </a:extLst>
            </p:cNvPr>
            <p:cNvSpPr/>
            <p:nvPr/>
          </p:nvSpPr>
          <p:spPr>
            <a:xfrm>
              <a:off x="1531183" y="2012391"/>
              <a:ext cx="457200" cy="18207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F4ADAD-6260-F685-859A-AB76789BB13C}"/>
                </a:ext>
              </a:extLst>
            </p:cNvPr>
            <p:cNvSpPr txBox="1"/>
            <p:nvPr/>
          </p:nvSpPr>
          <p:spPr>
            <a:xfrm>
              <a:off x="103957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9592457-9421-5EAB-6D86-DC26FE14A870}"/>
                </a:ext>
              </a:extLst>
            </p:cNvPr>
            <p:cNvSpPr txBox="1"/>
            <p:nvPr/>
          </p:nvSpPr>
          <p:spPr>
            <a:xfrm>
              <a:off x="1531183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0AAF766-F212-15DE-00E8-11A43E6B7EEF}"/>
                </a:ext>
              </a:extLst>
            </p:cNvPr>
            <p:cNvSpPr/>
            <p:nvPr/>
          </p:nvSpPr>
          <p:spPr>
            <a:xfrm>
              <a:off x="2021241" y="2469948"/>
              <a:ext cx="457200" cy="136322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066B6E-F38B-8DAC-197F-E0A25357CA09}"/>
                </a:ext>
              </a:extLst>
            </p:cNvPr>
            <p:cNvSpPr/>
            <p:nvPr/>
          </p:nvSpPr>
          <p:spPr>
            <a:xfrm>
              <a:off x="2021241" y="2008055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FE78C2-D5B3-EA7A-ECF3-D3FA1F3DA2C8}"/>
                </a:ext>
              </a:extLst>
            </p:cNvPr>
            <p:cNvSpPr txBox="1"/>
            <p:nvPr/>
          </p:nvSpPr>
          <p:spPr>
            <a:xfrm>
              <a:off x="2009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H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B839814-738F-A88C-1891-233E63356084}"/>
                </a:ext>
              </a:extLst>
            </p:cNvPr>
            <p:cNvSpPr txBox="1"/>
            <p:nvPr/>
          </p:nvSpPr>
          <p:spPr>
            <a:xfrm>
              <a:off x="1022565" y="104676"/>
              <a:ext cx="34998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Radius from Facility (nm)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D67DA7-DE2C-C5E2-0B58-D9E573E1E7EC}"/>
                </a:ext>
              </a:extLst>
            </p:cNvPr>
            <p:cNvSpPr/>
            <p:nvPr/>
          </p:nvSpPr>
          <p:spPr>
            <a:xfrm>
              <a:off x="2021241" y="1103758"/>
              <a:ext cx="457199" cy="909708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75C67A3-3582-9691-5992-680E75ACE572}"/>
                </a:ext>
              </a:extLst>
            </p:cNvPr>
            <p:cNvSpPr/>
            <p:nvPr/>
          </p:nvSpPr>
          <p:spPr>
            <a:xfrm>
              <a:off x="2021241" y="638251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8904959-9BFD-7E00-8D8C-B64955E85FE9}"/>
                </a:ext>
              </a:extLst>
            </p:cNvPr>
            <p:cNvSpPr/>
            <p:nvPr/>
          </p:nvSpPr>
          <p:spPr>
            <a:xfrm>
              <a:off x="2511299" y="3332037"/>
              <a:ext cx="457200" cy="5011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7E528E-77C5-694E-D1A3-8A3AF15AE02D}"/>
                </a:ext>
              </a:extLst>
            </p:cNvPr>
            <p:cNvSpPr/>
            <p:nvPr/>
          </p:nvSpPr>
          <p:spPr>
            <a:xfrm>
              <a:off x="2511299" y="2008055"/>
              <a:ext cx="457200" cy="1323973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3BA8F6-1058-99F5-8F3F-1C700684AAA9}"/>
                </a:ext>
              </a:extLst>
            </p:cNvPr>
            <p:cNvSpPr txBox="1"/>
            <p:nvPr/>
          </p:nvSpPr>
          <p:spPr>
            <a:xfrm>
              <a:off x="2511299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FA7681-69B1-59E4-8E22-7E06123B4DE6}"/>
                </a:ext>
              </a:extLst>
            </p:cNvPr>
            <p:cNvSpPr/>
            <p:nvPr/>
          </p:nvSpPr>
          <p:spPr>
            <a:xfrm>
              <a:off x="3011355" y="3332028"/>
              <a:ext cx="457200" cy="50114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8E25A0-63A4-8C8A-5A36-57BEC0D02DB3}"/>
                </a:ext>
              </a:extLst>
            </p:cNvPr>
            <p:cNvSpPr/>
            <p:nvPr/>
          </p:nvSpPr>
          <p:spPr>
            <a:xfrm>
              <a:off x="3011355" y="2014542"/>
              <a:ext cx="457200" cy="45540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C264A51-EB97-2C7F-2927-260F9DECA162}"/>
                </a:ext>
              </a:extLst>
            </p:cNvPr>
            <p:cNvSpPr/>
            <p:nvPr/>
          </p:nvSpPr>
          <p:spPr>
            <a:xfrm>
              <a:off x="3011355" y="1103757"/>
              <a:ext cx="457199" cy="91078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7E6CF-26A1-8496-161F-E997CC6F2FE5}"/>
                </a:ext>
              </a:extLst>
            </p:cNvPr>
            <p:cNvSpPr/>
            <p:nvPr/>
          </p:nvSpPr>
          <p:spPr>
            <a:xfrm>
              <a:off x="3011355" y="638250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F392915-01F0-9618-A1F6-23377F7ACF1E}"/>
                </a:ext>
              </a:extLst>
            </p:cNvPr>
            <p:cNvSpPr/>
            <p:nvPr/>
          </p:nvSpPr>
          <p:spPr>
            <a:xfrm>
              <a:off x="3011355" y="2469948"/>
              <a:ext cx="457200" cy="86208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5AB2F46-58D2-307B-9986-28DD0F4EB75A}"/>
                </a:ext>
              </a:extLst>
            </p:cNvPr>
            <p:cNvSpPr txBox="1"/>
            <p:nvPr/>
          </p:nvSpPr>
          <p:spPr>
            <a:xfrm>
              <a:off x="3011354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VH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469FC34-53C7-2AE1-674C-E843B917DD6A}"/>
                </a:ext>
              </a:extLst>
            </p:cNvPr>
            <p:cNvSpPr txBox="1"/>
            <p:nvPr/>
          </p:nvSpPr>
          <p:spPr>
            <a:xfrm>
              <a:off x="3516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53EEB1-44AB-4072-8C15-7473063C82AC}"/>
                </a:ext>
              </a:extLst>
            </p:cNvPr>
            <p:cNvSpPr txBox="1"/>
            <p:nvPr/>
          </p:nvSpPr>
          <p:spPr>
            <a:xfrm>
              <a:off x="4016420" y="3856265"/>
              <a:ext cx="5060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C310C9-EA86-A3E4-CD48-8C5435055F6A}"/>
                </a:ext>
              </a:extLst>
            </p:cNvPr>
            <p:cNvSpPr/>
            <p:nvPr/>
          </p:nvSpPr>
          <p:spPr>
            <a:xfrm>
              <a:off x="3503792" y="2014541"/>
              <a:ext cx="457199" cy="776882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A0A53C0-3C4B-2378-6935-D22B7AF995AF}"/>
                </a:ext>
              </a:extLst>
            </p:cNvPr>
            <p:cNvSpPr txBox="1"/>
            <p:nvPr/>
          </p:nvSpPr>
          <p:spPr>
            <a:xfrm>
              <a:off x="278450" y="36576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1,000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704A7E-EC2E-DF52-9ACA-DCA7A9E5AC74}"/>
                </a:ext>
              </a:extLst>
            </p:cNvPr>
            <p:cNvSpPr/>
            <p:nvPr/>
          </p:nvSpPr>
          <p:spPr>
            <a:xfrm>
              <a:off x="3997870" y="1100144"/>
              <a:ext cx="457199" cy="1691275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11E363E-9E34-F622-8712-5A53B5BB137B}"/>
                </a:ext>
              </a:extLst>
            </p:cNvPr>
            <p:cNvSpPr/>
            <p:nvPr/>
          </p:nvSpPr>
          <p:spPr>
            <a:xfrm>
              <a:off x="4001180" y="637172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1CD0E419-D9F3-DF23-EDDE-E23A4E106BB9}"/>
                </a:ext>
              </a:extLst>
            </p:cNvPr>
            <p:cNvSpPr/>
            <p:nvPr/>
          </p:nvSpPr>
          <p:spPr>
            <a:xfrm rot="16200000">
              <a:off x="1721179" y="3521048"/>
              <a:ext cx="103497" cy="1278540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11C145-2DCA-FADD-9903-F9444C7E0C95}"/>
                </a:ext>
              </a:extLst>
            </p:cNvPr>
            <p:cNvSpPr txBox="1"/>
            <p:nvPr/>
          </p:nvSpPr>
          <p:spPr>
            <a:xfrm>
              <a:off x="1134832" y="4145091"/>
              <a:ext cx="12777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/>
                <a:t>Legacy VOR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21B635E-0DE0-0FF3-B62F-B6889B95D803}"/>
                </a:ext>
              </a:extLst>
            </p:cNvPr>
            <p:cNvSpPr txBox="1"/>
            <p:nvPr/>
          </p:nvSpPr>
          <p:spPr>
            <a:xfrm>
              <a:off x="3637639" y="4129252"/>
              <a:ext cx="670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DME</a:t>
              </a:r>
            </a:p>
          </p:txBody>
        </p:sp>
        <p:sp>
          <p:nvSpPr>
            <p:cNvPr id="46" name="Left Brace 45">
              <a:extLst>
                <a:ext uri="{FF2B5EF4-FFF2-40B4-BE49-F238E27FC236}">
                  <a16:creationId xmlns:a16="http://schemas.microsoft.com/office/drawing/2014/main" id="{FD61F600-1D9D-B72B-8E50-56ACFA76A298}"/>
                </a:ext>
              </a:extLst>
            </p:cNvPr>
            <p:cNvSpPr/>
            <p:nvPr/>
          </p:nvSpPr>
          <p:spPr>
            <a:xfrm rot="16200000">
              <a:off x="3934835" y="3732956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7A5A74-83E3-17D3-8063-C53484C8EE4A}"/>
                </a:ext>
              </a:extLst>
            </p:cNvPr>
            <p:cNvSpPr txBox="1"/>
            <p:nvPr/>
          </p:nvSpPr>
          <p:spPr>
            <a:xfrm>
              <a:off x="155017" y="104676"/>
              <a:ext cx="8675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Alt (ft)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0C4E8A-1F35-246A-E305-AD6733CCCC0A}"/>
                </a:ext>
              </a:extLst>
            </p:cNvPr>
            <p:cNvSpPr txBox="1"/>
            <p:nvPr/>
          </p:nvSpPr>
          <p:spPr>
            <a:xfrm>
              <a:off x="2697952" y="4135882"/>
              <a:ext cx="6385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VOR</a:t>
              </a:r>
            </a:p>
          </p:txBody>
        </p: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235EA042-9A63-D476-61E7-BA4EE8F9CE0C}"/>
                </a:ext>
              </a:extLst>
            </p:cNvPr>
            <p:cNvSpPr/>
            <p:nvPr/>
          </p:nvSpPr>
          <p:spPr>
            <a:xfrm rot="16200000">
              <a:off x="2966604" y="3737495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89364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</TotalTime>
  <Words>214</Words>
  <Application>Microsoft Office PowerPoint</Application>
  <PresentationFormat>Widescreen</PresentationFormat>
  <Paragraphs>98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JC Jollant</cp:lastModifiedBy>
  <cp:revision>19</cp:revision>
  <dcterms:created xsi:type="dcterms:W3CDTF">2025-06-09T16:07:08Z</dcterms:created>
  <dcterms:modified xsi:type="dcterms:W3CDTF">2025-11-20T06:47:32Z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