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/>
    <p:restoredTop sz="94658"/>
  </p:normalViewPr>
  <p:slideViewPr>
    <p:cSldViewPr snapToGrid="0">
      <p:cViewPr varScale="1">
        <p:scale>
          <a:sx n="120" d="100"/>
          <a:sy n="120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438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Assign’d &gt; Vectors &gt; Expct’d &gt; Filed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Min, Expct’d, Assign’d)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92</Words>
  <Application>Microsoft Macintosh PowerPoint</Application>
  <PresentationFormat>Widescreen</PresentationFormat>
  <Paragraphs>25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5</cp:revision>
  <dcterms:created xsi:type="dcterms:W3CDTF">2025-06-09T16:07:08Z</dcterms:created>
  <dcterms:modified xsi:type="dcterms:W3CDTF">2025-08-25T01:49:27Z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