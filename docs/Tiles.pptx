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4"/>
    <p:restoredTop sz="94664"/>
  </p:normalViewPr>
  <p:slideViewPr>
    <p:cSldViewPr snapToGrid="0">
      <p:cViewPr varScale="1">
        <p:scale>
          <a:sx n="151" d="100"/>
          <a:sy n="151" d="100"/>
        </p:scale>
        <p:origin x="512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595775" y="2561043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168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16</cp:revision>
  <dcterms:created xsi:type="dcterms:W3CDTF">2025-06-09T16:07:08Z</dcterms:created>
  <dcterms:modified xsi:type="dcterms:W3CDTF">2025-11-03T21:00:05Z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