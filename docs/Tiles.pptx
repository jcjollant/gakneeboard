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6B1E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636"/>
    <p:restoredTop sz="94656"/>
  </p:normalViewPr>
  <p:slideViewPr>
    <p:cSldViewPr snapToGrid="0">
      <p:cViewPr varScale="1">
        <p:scale>
          <a:sx n="235" d="100"/>
          <a:sy n="235" d="100"/>
        </p:scale>
        <p:origin x="176" y="5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4D9140-C40B-E50D-747C-E9E5FC122EF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0632DDF-E6F7-D9DE-6EFA-D0456B6992C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CCE7CF-F407-7C0D-0F47-9734C33540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DA5C4A-B072-FB48-84F0-865EE8F0D843}" type="datetimeFigureOut">
              <a:rPr lang="en-US" smtClean="0"/>
              <a:t>10/9/25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59CD745-DD17-B1BF-5A70-162CA236D3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25BF16-AA8D-CFE6-F76A-BAA9B9C719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1BF1BF-FD6C-0448-A64A-7095B5B364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41146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7E6AAA-37EA-95C9-E75E-71C460B699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4AB64B-2A9E-F275-FC55-A155775950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04CE99-842D-ECB4-49A8-C706C5DEA1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DA5C4A-B072-FB48-84F0-865EE8F0D843}" type="datetimeFigureOut">
              <a:rPr lang="en-US" smtClean="0"/>
              <a:t>10/9/25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815CB2D-187D-B588-2E16-324EAF9AD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249FAF-54F1-F3A8-B068-B2BBD5A23F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1BF1BF-FD6C-0448-A64A-7095B5B364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60887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3E8D5E-2BAC-F980-3E76-AB1A863218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968AC9E-791E-E501-FBD3-D7ADD8D082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89C030-71E9-A33F-40C8-405C2CAF84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DA5C4A-B072-FB48-84F0-865EE8F0D843}" type="datetimeFigureOut">
              <a:rPr lang="en-US" smtClean="0"/>
              <a:t>10/9/25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F37321A-FF36-8E8E-5841-FD52B9414B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427CA2-D17C-EE4D-2652-3EDBFEEBD5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1BF1BF-FD6C-0448-A64A-7095B5B364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28948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CD873B-77ED-8683-6865-F0ECBA4DE6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4A7D9C-1AD3-1937-1FB9-7A83231F051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778C83C-0390-9876-3629-8ABCB4CBD4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E7B439B-5CE2-5E09-54AB-C033F2AC92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DA5C4A-B072-FB48-84F0-865EE8F0D843}" type="datetimeFigureOut">
              <a:rPr lang="en-US" smtClean="0"/>
              <a:t>10/9/25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67F0917-C6F4-E4BE-62B8-243A7D4122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0854D3C-656F-D61C-BD77-9E286D3392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1BF1BF-FD6C-0448-A64A-7095B5B364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128796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1BE35D-0EEE-9ACA-D462-49B0A54050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004CDE4-749A-A4E0-E7E1-FF991521C9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E6FBB47-7D49-387E-3BE6-3DA86FBD003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3F6988F-FCF6-FB06-420B-DC17994059D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13C9C3F-0591-EB23-9DA7-D3156E2FFC6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9EAA788-697D-60E7-0B1E-4329B9B78D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DA5C4A-B072-FB48-84F0-865EE8F0D843}" type="datetimeFigureOut">
              <a:rPr lang="en-US" smtClean="0"/>
              <a:t>10/9/25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4E28F04-1962-7DAD-0C34-91AEE47C93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A611A42-5430-9C66-D890-847308BFB2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1BF1BF-FD6C-0448-A64A-7095B5B364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62757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2030C9-7B69-9FEB-106F-0657770BE0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2A0135D-D306-E377-71CA-85E170946C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DA5C4A-B072-FB48-84F0-865EE8F0D843}" type="datetimeFigureOut">
              <a:rPr lang="en-US" smtClean="0"/>
              <a:t>10/9/25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4DC5AFD-552F-6BFC-6A46-8BD3314157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066F3D-4923-72FD-E902-50D4593E80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1BF1BF-FD6C-0448-A64A-7095B5B364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30412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24E1327-164E-4547-A84D-EC52DAC7DC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DA5C4A-B072-FB48-84F0-865EE8F0D843}" type="datetimeFigureOut">
              <a:rPr lang="en-US" smtClean="0"/>
              <a:t>10/9/25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9DB25EF-2735-AEF8-BE19-A731C3E5D4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D2BBEB-F507-1E34-E518-8A5C082695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1BF1BF-FD6C-0448-A64A-7095B5B364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28275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5B4A8D-3A7B-CF8E-BA31-821B86E0AF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D84E1D-6F1D-6E65-DD12-E8A3909420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35D7F27-575A-1503-8DA7-77FD0254C8A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03181EC-9077-77E4-BEB5-03D23277A4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DA5C4A-B072-FB48-84F0-865EE8F0D843}" type="datetimeFigureOut">
              <a:rPr lang="en-US" smtClean="0"/>
              <a:t>10/9/25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776756C-84C0-CB6E-A38E-AA11A9E7C5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D958481-9BA7-DAE3-FEB8-6714168D17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1BF1BF-FD6C-0448-A64A-7095B5B364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17236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9AC373-5049-60F6-C940-DCC1A06A37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94D7577-0B09-C541-9229-E91A8B04023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D11F510-1BB5-1348-3964-06B0B0BFC7E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9821B9D-FF9A-EB35-4311-4EE3BC728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DA5C4A-B072-FB48-84F0-865EE8F0D843}" type="datetimeFigureOut">
              <a:rPr lang="en-US" smtClean="0"/>
              <a:t>10/9/25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D055641-32D3-3DD6-51CA-B3BF267312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1FA2C4A-F43C-EE95-9C3C-0FFE9278B0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1BF1BF-FD6C-0448-A64A-7095B5B364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66216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0CAA7A-6F4C-C9A7-F7E0-43F2D14126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65FFF5C-A586-AF48-AA06-8D2965E83A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6A4682-059F-AE03-6124-1F2EA1FB26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DA5C4A-B072-FB48-84F0-865EE8F0D843}" type="datetimeFigureOut">
              <a:rPr lang="en-US" smtClean="0"/>
              <a:t>10/9/25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CF3E77B-8E09-88EF-DA89-9E5A2CCD1D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25C806-38BC-6FDB-23F2-452D624C2E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1BF1BF-FD6C-0448-A64A-7095B5B364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2174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41AC2C3-C4DC-108D-7033-816651DACBD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715C3F1-24EE-452F-1DA6-E414B24C503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295A24C-C81B-3612-B4B7-864531F966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DA5C4A-B072-FB48-84F0-865EE8F0D843}" type="datetimeFigureOut">
              <a:rPr lang="en-US" smtClean="0"/>
              <a:t>10/9/25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4EF45E-2D0B-6356-B82C-FAC1043A41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57D9FB-212F-BD91-F2D5-0C9AE6B2A1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1BF1BF-FD6C-0448-A64A-7095B5B364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90677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3649C41-56B6-7B41-3FC5-EC2D928237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E7482AB-2FAD-7FC3-E61C-EFA80C6809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CE3946-F6B7-C865-831E-E8EBFEA28A6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6DA5C4A-B072-FB48-84F0-865EE8F0D843}" type="datetimeFigureOut">
              <a:rPr lang="en-US" smtClean="0"/>
              <a:t>10/9/25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44D0F3-6763-C166-48E9-53E1C3A4262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5BBC59-166C-35B6-F9FC-30846ABFE50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A1BF1BF-FD6C-0448-A64A-7095B5B364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43743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DC11004C-87AB-747F-5CCE-087BB3212162}"/>
              </a:ext>
            </a:extLst>
          </p:cNvPr>
          <p:cNvSpPr/>
          <p:nvPr/>
        </p:nvSpPr>
        <p:spPr>
          <a:xfrm>
            <a:off x="3561907" y="1541721"/>
            <a:ext cx="4380614" cy="438061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17B36D0-6FCD-1DA5-1F30-1E0CFD1AC13E}"/>
              </a:ext>
            </a:extLst>
          </p:cNvPr>
          <p:cNvCxnSpPr/>
          <p:nvPr/>
        </p:nvCxnSpPr>
        <p:spPr>
          <a:xfrm>
            <a:off x="2977116" y="2007900"/>
            <a:ext cx="6049926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43A996C0-7F74-7468-5DF8-3449FE9DD238}"/>
              </a:ext>
            </a:extLst>
          </p:cNvPr>
          <p:cNvSpPr txBox="1"/>
          <p:nvPr/>
        </p:nvSpPr>
        <p:spPr>
          <a:xfrm>
            <a:off x="3561906" y="1574905"/>
            <a:ext cx="438061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IAP and ±1h,2000ft,3sm  →  </a:t>
            </a:r>
            <a:r>
              <a:rPr lang="en-US" sz="2000" b="1" dirty="0">
                <a:solidFill>
                  <a:schemeClr val="accent3"/>
                </a:solidFill>
              </a:rPr>
              <a:t>No ALT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35BBBB6-CD29-A446-7E92-7B60674BDDA2}"/>
              </a:ext>
            </a:extLst>
          </p:cNvPr>
          <p:cNvSpPr txBox="1"/>
          <p:nvPr/>
        </p:nvSpPr>
        <p:spPr>
          <a:xfrm>
            <a:off x="3561905" y="2041259"/>
            <a:ext cx="438061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bg1">
                    <a:lumMod val="65000"/>
                  </a:schemeClr>
                </a:solidFill>
              </a:rPr>
              <a:t>Alternate Wx Minimums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F25260A-5A11-EA36-B308-32A031040F69}"/>
              </a:ext>
            </a:extLst>
          </p:cNvPr>
          <p:cNvSpPr txBox="1"/>
          <p:nvPr/>
        </p:nvSpPr>
        <p:spPr>
          <a:xfrm>
            <a:off x="3738880" y="2680659"/>
            <a:ext cx="589280" cy="5616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IAP</a:t>
            </a:r>
          </a:p>
          <a:p>
            <a:pPr algn="ctr"/>
            <a:r>
              <a:rPr lang="en-US" sz="1050" dirty="0"/>
              <a:t>Usable</a:t>
            </a:r>
            <a:endParaRPr lang="en-US" sz="1000" dirty="0"/>
          </a:p>
        </p:txBody>
      </p:sp>
      <p:sp>
        <p:nvSpPr>
          <p:cNvPr id="11" name="Triangle 10">
            <a:extLst>
              <a:ext uri="{FF2B5EF4-FFF2-40B4-BE49-F238E27FC236}">
                <a16:creationId xmlns:a16="http://schemas.microsoft.com/office/drawing/2014/main" id="{B352E8BC-24D9-CED9-E431-C9C00F553B20}"/>
              </a:ext>
            </a:extLst>
          </p:cNvPr>
          <p:cNvSpPr/>
          <p:nvPr/>
        </p:nvSpPr>
        <p:spPr>
          <a:xfrm>
            <a:off x="3799840" y="3993366"/>
            <a:ext cx="457200" cy="511772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sz="2400" dirty="0"/>
              <a:t>A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1895E9D-9E78-CB99-3870-9BA8FCE176E1}"/>
              </a:ext>
            </a:extLst>
          </p:cNvPr>
          <p:cNvSpPr txBox="1"/>
          <p:nvPr/>
        </p:nvSpPr>
        <p:spPr>
          <a:xfrm>
            <a:off x="5506722" y="2628242"/>
            <a:ext cx="235712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Must Allow Descent from MEA in VFR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6465337-0777-3249-435F-014FC1C195CF}"/>
              </a:ext>
            </a:extLst>
          </p:cNvPr>
          <p:cNvSpPr txBox="1"/>
          <p:nvPr/>
        </p:nvSpPr>
        <p:spPr>
          <a:xfrm>
            <a:off x="5506722" y="5283095"/>
            <a:ext cx="23571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Use ALT Minimums</a:t>
            </a:r>
          </a:p>
        </p:txBody>
      </p:sp>
      <p:cxnSp>
        <p:nvCxnSpPr>
          <p:cNvPr id="15" name="Elbow Connector 14">
            <a:extLst>
              <a:ext uri="{FF2B5EF4-FFF2-40B4-BE49-F238E27FC236}">
                <a16:creationId xmlns:a16="http://schemas.microsoft.com/office/drawing/2014/main" id="{DFA23724-7834-7B13-B12F-9DD35978E90B}"/>
              </a:ext>
            </a:extLst>
          </p:cNvPr>
          <p:cNvCxnSpPr>
            <a:cxnSpLocks/>
            <a:stCxn id="11" idx="3"/>
            <a:endCxn id="13" idx="1"/>
          </p:cNvCxnSpPr>
          <p:nvPr/>
        </p:nvCxnSpPr>
        <p:spPr>
          <a:xfrm rot="16200000" flipH="1">
            <a:off x="4286270" y="4247308"/>
            <a:ext cx="962623" cy="1478282"/>
          </a:xfrm>
          <a:prstGeom prst="bentConnector2">
            <a:avLst/>
          </a:prstGeom>
          <a:ln w="63500">
            <a:solidFill>
              <a:schemeClr val="accent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Elbow Connector 16">
            <a:extLst>
              <a:ext uri="{FF2B5EF4-FFF2-40B4-BE49-F238E27FC236}">
                <a16:creationId xmlns:a16="http://schemas.microsoft.com/office/drawing/2014/main" id="{C9936504-1B7B-2405-488A-E41C47A8C5CD}"/>
              </a:ext>
            </a:extLst>
          </p:cNvPr>
          <p:cNvCxnSpPr>
            <a:cxnSpLocks/>
            <a:stCxn id="11" idx="5"/>
            <a:endCxn id="23" idx="1"/>
          </p:cNvCxnSpPr>
          <p:nvPr/>
        </p:nvCxnSpPr>
        <p:spPr>
          <a:xfrm flipV="1">
            <a:off x="4142740" y="3793181"/>
            <a:ext cx="1363980" cy="456071"/>
          </a:xfrm>
          <a:prstGeom prst="bentConnector3">
            <a:avLst>
              <a:gd name="adj1" fmla="val 50000"/>
            </a:avLst>
          </a:prstGeom>
          <a:ln w="635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CC770AA4-A19F-5FB9-F9AE-FDA7D14B0521}"/>
              </a:ext>
            </a:extLst>
          </p:cNvPr>
          <p:cNvSpPr txBox="1"/>
          <p:nvPr/>
        </p:nvSpPr>
        <p:spPr>
          <a:xfrm>
            <a:off x="5506720" y="3608515"/>
            <a:ext cx="26737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Non Prec. 800ft, 2sm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9D4159A-EEB8-F386-0F69-644F461ED3A8}"/>
              </a:ext>
            </a:extLst>
          </p:cNvPr>
          <p:cNvSpPr txBox="1"/>
          <p:nvPr/>
        </p:nvSpPr>
        <p:spPr>
          <a:xfrm>
            <a:off x="5506719" y="4446784"/>
            <a:ext cx="23571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Precision: 600ft, 2sm</a:t>
            </a:r>
          </a:p>
        </p:txBody>
      </p:sp>
      <p:cxnSp>
        <p:nvCxnSpPr>
          <p:cNvPr id="26" name="Elbow Connector 25">
            <a:extLst>
              <a:ext uri="{FF2B5EF4-FFF2-40B4-BE49-F238E27FC236}">
                <a16:creationId xmlns:a16="http://schemas.microsoft.com/office/drawing/2014/main" id="{D4E886FD-1B01-07CD-81AB-A9AC7FF57E64}"/>
              </a:ext>
            </a:extLst>
          </p:cNvPr>
          <p:cNvCxnSpPr>
            <a:cxnSpLocks/>
            <a:stCxn id="11" idx="5"/>
            <a:endCxn id="25" idx="1"/>
          </p:cNvCxnSpPr>
          <p:nvPr/>
        </p:nvCxnSpPr>
        <p:spPr>
          <a:xfrm>
            <a:off x="4142740" y="4249252"/>
            <a:ext cx="1363979" cy="382198"/>
          </a:xfrm>
          <a:prstGeom prst="bentConnector3">
            <a:avLst>
              <a:gd name="adj1" fmla="val 50000"/>
            </a:avLst>
          </a:prstGeom>
          <a:ln w="635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AE503985-B2AF-189A-D55F-82DA32D1A91B}"/>
              </a:ext>
            </a:extLst>
          </p:cNvPr>
          <p:cNvCxnSpPr>
            <a:stCxn id="10" idx="3"/>
            <a:endCxn id="12" idx="1"/>
          </p:cNvCxnSpPr>
          <p:nvPr/>
        </p:nvCxnSpPr>
        <p:spPr>
          <a:xfrm flipV="1">
            <a:off x="4328160" y="2951408"/>
            <a:ext cx="1178562" cy="10097"/>
          </a:xfrm>
          <a:prstGeom prst="straightConnector1">
            <a:avLst/>
          </a:prstGeom>
          <a:ln w="635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EBC5A410-202F-8BD1-A949-BEA34D688E37}"/>
              </a:ext>
            </a:extLst>
          </p:cNvPr>
          <p:cNvCxnSpPr>
            <a:cxnSpLocks/>
            <a:stCxn id="10" idx="2"/>
            <a:endCxn id="11" idx="0"/>
          </p:cNvCxnSpPr>
          <p:nvPr/>
        </p:nvCxnSpPr>
        <p:spPr>
          <a:xfrm flipH="1">
            <a:off x="4028440" y="3242351"/>
            <a:ext cx="5080" cy="751015"/>
          </a:xfrm>
          <a:prstGeom prst="straightConnector1">
            <a:avLst/>
          </a:prstGeom>
          <a:ln w="63500">
            <a:solidFill>
              <a:schemeClr val="accent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272DA8EF-1482-5ED6-B807-3DE876D8C7B6}"/>
              </a:ext>
            </a:extLst>
          </p:cNvPr>
          <p:cNvSpPr txBox="1"/>
          <p:nvPr/>
        </p:nvSpPr>
        <p:spPr>
          <a:xfrm>
            <a:off x="4359442" y="2695260"/>
            <a:ext cx="2743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/>
              <a:t>N</a:t>
            </a:r>
            <a:endParaRPr lang="en-US" sz="1050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EA40F9E0-4AA6-38B8-BA62-98BC5DC16F65}"/>
              </a:ext>
            </a:extLst>
          </p:cNvPr>
          <p:cNvSpPr txBox="1"/>
          <p:nvPr/>
        </p:nvSpPr>
        <p:spPr>
          <a:xfrm>
            <a:off x="4285011" y="3958466"/>
            <a:ext cx="2743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/>
              <a:t>N</a:t>
            </a:r>
            <a:endParaRPr lang="en-US" sz="1050" dirty="0"/>
          </a:p>
        </p:txBody>
      </p:sp>
    </p:spTree>
    <p:extLst>
      <p:ext uri="{BB962C8B-B14F-4D97-AF65-F5344CB8AC3E}">
        <p14:creationId xmlns:p14="http://schemas.microsoft.com/office/powerpoint/2010/main" val="98847813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058504A-4212-B64B-6328-AAD50436650B}"/>
              </a:ext>
            </a:extLst>
          </p:cNvPr>
          <p:cNvSpPr/>
          <p:nvPr/>
        </p:nvSpPr>
        <p:spPr>
          <a:xfrm>
            <a:off x="3561907" y="1541721"/>
            <a:ext cx="4380614" cy="438061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CFF3755-BB2C-2CAE-0D7C-5A5A5E2AF6FD}"/>
              </a:ext>
            </a:extLst>
          </p:cNvPr>
          <p:cNvSpPr txBox="1"/>
          <p:nvPr/>
        </p:nvSpPr>
        <p:spPr>
          <a:xfrm>
            <a:off x="3561906" y="1574905"/>
            <a:ext cx="438061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IFR Lost Comms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82AD4D69-2C2D-CAF3-E130-F33BFA7A1E9A}"/>
              </a:ext>
            </a:extLst>
          </p:cNvPr>
          <p:cNvCxnSpPr>
            <a:cxnSpLocks/>
          </p:cNvCxnSpPr>
          <p:nvPr/>
        </p:nvCxnSpPr>
        <p:spPr>
          <a:xfrm>
            <a:off x="2977116" y="2007900"/>
            <a:ext cx="6049926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D77725B6-2291-ABAF-18A4-90EEDB83B256}"/>
              </a:ext>
            </a:extLst>
          </p:cNvPr>
          <p:cNvSpPr txBox="1"/>
          <p:nvPr/>
        </p:nvSpPr>
        <p:spPr>
          <a:xfrm>
            <a:off x="3738880" y="2138390"/>
            <a:ext cx="620562" cy="5616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VFR</a:t>
            </a:r>
          </a:p>
          <a:p>
            <a:pPr algn="ctr"/>
            <a:r>
              <a:rPr lang="en-US" sz="1050" dirty="0"/>
              <a:t>Cond.</a:t>
            </a:r>
            <a:endParaRPr lang="en-US" sz="1000" dirty="0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A4C28FAE-532E-0E5E-38FF-8AC07853F7F7}"/>
              </a:ext>
            </a:extLst>
          </p:cNvPr>
          <p:cNvCxnSpPr>
            <a:cxnSpLocks/>
            <a:stCxn id="5" idx="3"/>
            <a:endCxn id="11" idx="1"/>
          </p:cNvCxnSpPr>
          <p:nvPr/>
        </p:nvCxnSpPr>
        <p:spPr>
          <a:xfrm>
            <a:off x="4359442" y="2419236"/>
            <a:ext cx="998823" cy="5998"/>
          </a:xfrm>
          <a:prstGeom prst="straightConnector1">
            <a:avLst/>
          </a:prstGeom>
          <a:ln w="63500">
            <a:solidFill>
              <a:schemeClr val="accent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E9154FC5-232B-631F-5636-3EF4D5693EFF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4049161" y="2700082"/>
            <a:ext cx="0" cy="574746"/>
          </a:xfrm>
          <a:prstGeom prst="straightConnector1">
            <a:avLst/>
          </a:prstGeom>
          <a:ln w="635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1CBD1664-CCD0-08FF-D762-CD75D399E03F}"/>
              </a:ext>
            </a:extLst>
          </p:cNvPr>
          <p:cNvSpPr txBox="1"/>
          <p:nvPr/>
        </p:nvSpPr>
        <p:spPr>
          <a:xfrm>
            <a:off x="4359442" y="2152991"/>
            <a:ext cx="2743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/>
              <a:t>Y</a:t>
            </a:r>
            <a:endParaRPr lang="en-US" sz="105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C64C6AE-68BF-F92E-484B-A7E7C514F3F2}"/>
              </a:ext>
            </a:extLst>
          </p:cNvPr>
          <p:cNvSpPr txBox="1"/>
          <p:nvPr/>
        </p:nvSpPr>
        <p:spPr>
          <a:xfrm>
            <a:off x="5358265" y="2102068"/>
            <a:ext cx="250557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Continue VFR</a:t>
            </a:r>
            <a:br>
              <a:rPr lang="en-US" dirty="0"/>
            </a:br>
            <a:r>
              <a:rPr lang="en-US" dirty="0"/>
              <a:t>Land a.s.a. practicable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C9E40FA-065B-E8E8-3233-6A50304C26EE}"/>
              </a:ext>
            </a:extLst>
          </p:cNvPr>
          <p:cNvSpPr txBox="1"/>
          <p:nvPr/>
        </p:nvSpPr>
        <p:spPr>
          <a:xfrm>
            <a:off x="3561905" y="3335675"/>
            <a:ext cx="438060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u="sng" dirty="0"/>
              <a:t>Route</a:t>
            </a:r>
            <a:r>
              <a:rPr lang="en-US" dirty="0"/>
              <a:t>: Assign’d &gt; Vectors &gt; Expct’d &gt; Filed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BA602E1-E7FB-AC67-4A6C-9A26F7AF7410}"/>
              </a:ext>
            </a:extLst>
          </p:cNvPr>
          <p:cNvSpPr txBox="1"/>
          <p:nvPr/>
        </p:nvSpPr>
        <p:spPr>
          <a:xfrm>
            <a:off x="3561892" y="3706841"/>
            <a:ext cx="43019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u="sng" dirty="0"/>
              <a:t>Altitude</a:t>
            </a:r>
            <a:r>
              <a:rPr lang="en-US" dirty="0"/>
              <a:t>: Max( Min, Expct’d, Assign’d)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537C5AC-F5FC-6FF5-480D-4E48C967C91F}"/>
              </a:ext>
            </a:extLst>
          </p:cNvPr>
          <p:cNvSpPr txBox="1"/>
          <p:nvPr/>
        </p:nvSpPr>
        <p:spPr>
          <a:xfrm>
            <a:off x="3561892" y="4348680"/>
            <a:ext cx="43019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u="sng" dirty="0"/>
              <a:t>Leave Clearance</a:t>
            </a:r>
            <a:r>
              <a:rPr lang="en-US" dirty="0"/>
              <a:t>: EFC &gt; ETA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81AEBB1-FF38-4598-5226-6D8E2E415CBB}"/>
              </a:ext>
            </a:extLst>
          </p:cNvPr>
          <p:cNvSpPr txBox="1"/>
          <p:nvPr/>
        </p:nvSpPr>
        <p:spPr>
          <a:xfrm>
            <a:off x="4033373" y="2645636"/>
            <a:ext cx="2743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/>
              <a:t>N</a:t>
            </a:r>
            <a:endParaRPr lang="en-US" sz="105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2D27311-D62C-C9CB-4D1A-6FCA2E9C96CE}"/>
              </a:ext>
            </a:extLst>
          </p:cNvPr>
          <p:cNvSpPr txBox="1"/>
          <p:nvPr/>
        </p:nvSpPr>
        <p:spPr>
          <a:xfrm>
            <a:off x="3683874" y="4815705"/>
            <a:ext cx="62056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IAF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8305E1F5-6036-E0BD-0E9C-3B711B969B87}"/>
              </a:ext>
            </a:extLst>
          </p:cNvPr>
          <p:cNvCxnSpPr>
            <a:cxnSpLocks/>
          </p:cNvCxnSpPr>
          <p:nvPr/>
        </p:nvCxnSpPr>
        <p:spPr>
          <a:xfrm>
            <a:off x="2977116" y="4233607"/>
            <a:ext cx="6049926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EE210BA1-C3D0-75DC-7F40-815FBEF410C5}"/>
              </a:ext>
            </a:extLst>
          </p:cNvPr>
          <p:cNvCxnSpPr>
            <a:cxnSpLocks/>
            <a:stCxn id="20" idx="3"/>
            <a:endCxn id="24" idx="1"/>
          </p:cNvCxnSpPr>
          <p:nvPr/>
        </p:nvCxnSpPr>
        <p:spPr>
          <a:xfrm>
            <a:off x="4304436" y="5015760"/>
            <a:ext cx="1016909" cy="8028"/>
          </a:xfrm>
          <a:prstGeom prst="straightConnector1">
            <a:avLst/>
          </a:prstGeom>
          <a:ln w="63500">
            <a:solidFill>
              <a:schemeClr val="accent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17175ECC-124E-1C4A-DABC-5DB75C505918}"/>
              </a:ext>
            </a:extLst>
          </p:cNvPr>
          <p:cNvSpPr txBox="1"/>
          <p:nvPr/>
        </p:nvSpPr>
        <p:spPr>
          <a:xfrm>
            <a:off x="4304436" y="4741281"/>
            <a:ext cx="2743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/>
              <a:t>Y</a:t>
            </a:r>
            <a:endParaRPr lang="en-US" sz="105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B1E9861-FFD7-F191-40A0-258F76CA667F}"/>
              </a:ext>
            </a:extLst>
          </p:cNvPr>
          <p:cNvSpPr txBox="1"/>
          <p:nvPr/>
        </p:nvSpPr>
        <p:spPr>
          <a:xfrm>
            <a:off x="5321345" y="4839122"/>
            <a:ext cx="2505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Commence Approach</a:t>
            </a:r>
          </a:p>
        </p:txBody>
      </p:sp>
      <p:cxnSp>
        <p:nvCxnSpPr>
          <p:cNvPr id="27" name="Elbow Connector 26">
            <a:extLst>
              <a:ext uri="{FF2B5EF4-FFF2-40B4-BE49-F238E27FC236}">
                <a16:creationId xmlns:a16="http://schemas.microsoft.com/office/drawing/2014/main" id="{779B8509-1AC3-FB3D-9690-3E604AB2D8CE}"/>
              </a:ext>
            </a:extLst>
          </p:cNvPr>
          <p:cNvCxnSpPr>
            <a:cxnSpLocks/>
            <a:stCxn id="20" idx="2"/>
            <a:endCxn id="31" idx="1"/>
          </p:cNvCxnSpPr>
          <p:nvPr/>
        </p:nvCxnSpPr>
        <p:spPr>
          <a:xfrm rot="16200000" flipH="1">
            <a:off x="4451442" y="4758528"/>
            <a:ext cx="412617" cy="1327190"/>
          </a:xfrm>
          <a:prstGeom prst="bentConnector2">
            <a:avLst/>
          </a:prstGeom>
          <a:ln w="635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31D9602F-11B1-65F9-75C3-DF349E09D969}"/>
              </a:ext>
            </a:extLst>
          </p:cNvPr>
          <p:cNvSpPr txBox="1"/>
          <p:nvPr/>
        </p:nvSpPr>
        <p:spPr>
          <a:xfrm>
            <a:off x="3994155" y="5232144"/>
            <a:ext cx="2743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/>
              <a:t>N</a:t>
            </a:r>
            <a:endParaRPr lang="en-US" sz="1050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B660329-0821-9F8F-4177-43AB7A751F80}"/>
              </a:ext>
            </a:extLst>
          </p:cNvPr>
          <p:cNvSpPr txBox="1"/>
          <p:nvPr/>
        </p:nvSpPr>
        <p:spPr>
          <a:xfrm>
            <a:off x="5321345" y="5443766"/>
            <a:ext cx="2505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Proceed To Fix</a:t>
            </a:r>
          </a:p>
        </p:txBody>
      </p:sp>
    </p:spTree>
    <p:extLst>
      <p:ext uri="{BB962C8B-B14F-4D97-AF65-F5344CB8AC3E}">
        <p14:creationId xmlns:p14="http://schemas.microsoft.com/office/powerpoint/2010/main" val="424703797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e 1">
            <a:extLst>
              <a:ext uri="{FF2B5EF4-FFF2-40B4-BE49-F238E27FC236}">
                <a16:creationId xmlns:a16="http://schemas.microsoft.com/office/drawing/2014/main" id="{D9F4DDE0-7C6F-31AC-B0D0-FE58BB971CDF}"/>
              </a:ext>
            </a:extLst>
          </p:cNvPr>
          <p:cNvSpPr/>
          <p:nvPr/>
        </p:nvSpPr>
        <p:spPr>
          <a:xfrm rot="10800000">
            <a:off x="2923953" y="2604977"/>
            <a:ext cx="3253563" cy="3253563"/>
          </a:xfrm>
          <a:prstGeom prst="pie">
            <a:avLst>
              <a:gd name="adj1" fmla="val 5399999"/>
              <a:gd name="adj2" fmla="val 15906695"/>
            </a:avLst>
          </a:prstGeom>
          <a:solidFill>
            <a:schemeClr val="accent3">
              <a:lumMod val="60000"/>
              <a:lumOff val="40000"/>
            </a:schemeClr>
          </a:solidFill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" name="Pie 2">
            <a:extLst>
              <a:ext uri="{FF2B5EF4-FFF2-40B4-BE49-F238E27FC236}">
                <a16:creationId xmlns:a16="http://schemas.microsoft.com/office/drawing/2014/main" id="{304BEA80-54D6-1211-C247-CEB102D655DD}"/>
              </a:ext>
            </a:extLst>
          </p:cNvPr>
          <p:cNvSpPr/>
          <p:nvPr/>
        </p:nvSpPr>
        <p:spPr>
          <a:xfrm>
            <a:off x="2923953" y="2604977"/>
            <a:ext cx="3253563" cy="3253563"/>
          </a:xfrm>
          <a:prstGeom prst="pie">
            <a:avLst>
              <a:gd name="adj1" fmla="val 5399999"/>
              <a:gd name="adj2" fmla="val 15906695"/>
            </a:avLst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0EDC34D-EACC-D35C-9A9C-364E532C0C20}"/>
              </a:ext>
            </a:extLst>
          </p:cNvPr>
          <p:cNvSpPr txBox="1"/>
          <p:nvPr/>
        </p:nvSpPr>
        <p:spPr>
          <a:xfrm>
            <a:off x="4785147" y="3043808"/>
            <a:ext cx="1488062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u="sng" dirty="0"/>
              <a:t>0°-179°</a:t>
            </a:r>
            <a:br>
              <a:rPr lang="en-US" dirty="0"/>
            </a:br>
            <a:br>
              <a:rPr lang="en-US" dirty="0"/>
            </a:br>
            <a:r>
              <a:rPr lang="en-US" dirty="0"/>
              <a:t>3,500</a:t>
            </a:r>
          </a:p>
          <a:p>
            <a:r>
              <a:rPr lang="en-US" dirty="0"/>
              <a:t>5,500</a:t>
            </a:r>
          </a:p>
          <a:p>
            <a:r>
              <a:rPr lang="en-US" dirty="0"/>
              <a:t>7,500</a:t>
            </a:r>
          </a:p>
          <a:p>
            <a:r>
              <a:rPr lang="en-US" dirty="0"/>
              <a:t>8,500</a:t>
            </a:r>
          </a:p>
          <a:p>
            <a:r>
              <a:rPr lang="en-US" dirty="0"/>
              <a:t>…</a:t>
            </a:r>
          </a:p>
          <a:p>
            <a:r>
              <a:rPr lang="en-US" dirty="0"/>
              <a:t>Odd,500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FB04210-CD5E-0A51-5BE5-3296E85A806B}"/>
              </a:ext>
            </a:extLst>
          </p:cNvPr>
          <p:cNvSpPr txBox="1"/>
          <p:nvPr/>
        </p:nvSpPr>
        <p:spPr>
          <a:xfrm>
            <a:off x="3307222" y="3043808"/>
            <a:ext cx="1488062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u="sng" dirty="0"/>
              <a:t>180°-359°</a:t>
            </a:r>
          </a:p>
          <a:p>
            <a:endParaRPr lang="en-US" u="sng" dirty="0"/>
          </a:p>
          <a:p>
            <a:r>
              <a:rPr lang="en-US" dirty="0"/>
              <a:t>4,500</a:t>
            </a:r>
          </a:p>
          <a:p>
            <a:r>
              <a:rPr lang="en-US" dirty="0"/>
              <a:t>6,500</a:t>
            </a:r>
          </a:p>
          <a:p>
            <a:r>
              <a:rPr lang="en-US" dirty="0"/>
              <a:t>8,500</a:t>
            </a:r>
          </a:p>
          <a:p>
            <a:r>
              <a:rPr lang="en-US" dirty="0"/>
              <a:t>10,500</a:t>
            </a:r>
          </a:p>
          <a:p>
            <a:r>
              <a:rPr lang="en-US" dirty="0"/>
              <a:t>…</a:t>
            </a:r>
          </a:p>
          <a:p>
            <a:r>
              <a:rPr lang="en-US" dirty="0"/>
              <a:t>Evn,500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339E58D-BF53-4CA9-9A6C-B56BB7A0C64E}"/>
              </a:ext>
            </a:extLst>
          </p:cNvPr>
          <p:cNvSpPr txBox="1"/>
          <p:nvPr/>
        </p:nvSpPr>
        <p:spPr>
          <a:xfrm>
            <a:off x="5167423" y="5575459"/>
            <a:ext cx="120502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600" dirty="0"/>
              <a:t>§91.159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C434732-C1BF-9343-0343-EAD9E6CC2040}"/>
              </a:ext>
            </a:extLst>
          </p:cNvPr>
          <p:cNvSpPr txBox="1"/>
          <p:nvPr/>
        </p:nvSpPr>
        <p:spPr>
          <a:xfrm>
            <a:off x="2729022" y="2604976"/>
            <a:ext cx="120502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&gt; 3,000ft</a:t>
            </a:r>
          </a:p>
        </p:txBody>
      </p:sp>
    </p:spTree>
    <p:extLst>
      <p:ext uri="{BB962C8B-B14F-4D97-AF65-F5344CB8AC3E}">
        <p14:creationId xmlns:p14="http://schemas.microsoft.com/office/powerpoint/2010/main" val="30380612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FDA0EB67-9B0C-1BE3-1BC6-F3604F12BA90}"/>
              </a:ext>
            </a:extLst>
          </p:cNvPr>
          <p:cNvSpPr/>
          <p:nvPr/>
        </p:nvSpPr>
        <p:spPr>
          <a:xfrm>
            <a:off x="3718560" y="1051560"/>
            <a:ext cx="4754880" cy="4754880"/>
          </a:xfrm>
          <a:prstGeom prst="ellipse">
            <a:avLst/>
          </a:prstGeom>
          <a:gradFill>
            <a:gsLst>
              <a:gs pos="0">
                <a:schemeClr val="tx1">
                  <a:lumMod val="85000"/>
                  <a:lumOff val="15000"/>
                </a:schemeClr>
              </a:gs>
              <a:gs pos="59000">
                <a:schemeClr val="tx1">
                  <a:lumMod val="75000"/>
                  <a:lumOff val="25000"/>
                </a:schemeClr>
              </a:gs>
              <a:gs pos="82000">
                <a:srgbClr val="8BCEED"/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Day">
            <a:extLst>
              <a:ext uri="{FF2B5EF4-FFF2-40B4-BE49-F238E27FC236}">
                <a16:creationId xmlns:a16="http://schemas.microsoft.com/office/drawing/2014/main" id="{A06ED12C-B533-1998-B44A-C4A083346DC3}"/>
              </a:ext>
            </a:extLst>
          </p:cNvPr>
          <p:cNvSpPr txBox="1"/>
          <p:nvPr/>
        </p:nvSpPr>
        <p:spPr>
          <a:xfrm>
            <a:off x="5547360" y="5074920"/>
            <a:ext cx="109728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Day</a:t>
            </a:r>
          </a:p>
        </p:txBody>
      </p:sp>
      <p:sp>
        <p:nvSpPr>
          <p:cNvPr id="7" name="Sunset">
            <a:extLst>
              <a:ext uri="{FF2B5EF4-FFF2-40B4-BE49-F238E27FC236}">
                <a16:creationId xmlns:a16="http://schemas.microsoft.com/office/drawing/2014/main" id="{B23D6ABF-C8D5-BD33-EDCD-44B92C55E7AF}"/>
              </a:ext>
            </a:extLst>
          </p:cNvPr>
          <p:cNvSpPr txBox="1"/>
          <p:nvPr/>
        </p:nvSpPr>
        <p:spPr>
          <a:xfrm>
            <a:off x="3983261" y="4206240"/>
            <a:ext cx="14234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Sunset</a:t>
            </a:r>
          </a:p>
        </p:txBody>
      </p:sp>
      <p:sp>
        <p:nvSpPr>
          <p:cNvPr id="8" name="Sunrise">
            <a:extLst>
              <a:ext uri="{FF2B5EF4-FFF2-40B4-BE49-F238E27FC236}">
                <a16:creationId xmlns:a16="http://schemas.microsoft.com/office/drawing/2014/main" id="{1E496A3E-823F-AA0A-3178-E8A3C6273BF8}"/>
              </a:ext>
            </a:extLst>
          </p:cNvPr>
          <p:cNvSpPr txBox="1"/>
          <p:nvPr/>
        </p:nvSpPr>
        <p:spPr>
          <a:xfrm>
            <a:off x="6598924" y="4206240"/>
            <a:ext cx="163473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800" b="1" dirty="0"/>
              <a:t>Sunrise</a:t>
            </a:r>
          </a:p>
        </p:txBody>
      </p:sp>
      <p:sp>
        <p:nvSpPr>
          <p:cNvPr id="14" name="Twilights">
            <a:extLst>
              <a:ext uri="{FF2B5EF4-FFF2-40B4-BE49-F238E27FC236}">
                <a16:creationId xmlns:a16="http://schemas.microsoft.com/office/drawing/2014/main" id="{AB20F494-2424-1EFF-70C2-E60085A97422}"/>
              </a:ext>
            </a:extLst>
          </p:cNvPr>
          <p:cNvSpPr txBox="1"/>
          <p:nvPr/>
        </p:nvSpPr>
        <p:spPr>
          <a:xfrm>
            <a:off x="4958543" y="3794760"/>
            <a:ext cx="223196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solidFill>
                  <a:schemeClr val="bg1"/>
                </a:solidFill>
              </a:rPr>
              <a:t>Civil Twilights</a:t>
            </a:r>
          </a:p>
        </p:txBody>
      </p:sp>
      <p:cxnSp>
        <p:nvCxnSpPr>
          <p:cNvPr id="21" name="Twilight Dash">
            <a:extLst>
              <a:ext uri="{FF2B5EF4-FFF2-40B4-BE49-F238E27FC236}">
                <a16:creationId xmlns:a16="http://schemas.microsoft.com/office/drawing/2014/main" id="{0ED0C041-B822-A360-60C7-CF9B3CAF5E0F}"/>
              </a:ext>
            </a:extLst>
          </p:cNvPr>
          <p:cNvCxnSpPr>
            <a:cxnSpLocks/>
          </p:cNvCxnSpPr>
          <p:nvPr/>
        </p:nvCxnSpPr>
        <p:spPr>
          <a:xfrm>
            <a:off x="4267200" y="3783657"/>
            <a:ext cx="3657600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Minus 1">
            <a:extLst>
              <a:ext uri="{FF2B5EF4-FFF2-40B4-BE49-F238E27FC236}">
                <a16:creationId xmlns:a16="http://schemas.microsoft.com/office/drawing/2014/main" id="{DD5D0319-0D35-6C89-E0C2-D930114C6765}"/>
              </a:ext>
            </a:extLst>
          </p:cNvPr>
          <p:cNvSpPr txBox="1"/>
          <p:nvPr/>
        </p:nvSpPr>
        <p:spPr>
          <a:xfrm>
            <a:off x="6300802" y="3200400"/>
            <a:ext cx="144111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b="1" dirty="0">
                <a:solidFill>
                  <a:schemeClr val="bg1"/>
                </a:solidFill>
              </a:rPr>
              <a:t>Sunrise-1h</a:t>
            </a:r>
          </a:p>
        </p:txBody>
      </p:sp>
      <p:sp>
        <p:nvSpPr>
          <p:cNvPr id="16" name="Plus 1">
            <a:extLst>
              <a:ext uri="{FF2B5EF4-FFF2-40B4-BE49-F238E27FC236}">
                <a16:creationId xmlns:a16="http://schemas.microsoft.com/office/drawing/2014/main" id="{B892C52E-4574-4A5F-F6CC-EC60958B1EA3}"/>
              </a:ext>
            </a:extLst>
          </p:cNvPr>
          <p:cNvSpPr txBox="1"/>
          <p:nvPr/>
        </p:nvSpPr>
        <p:spPr>
          <a:xfrm>
            <a:off x="4450081" y="3200400"/>
            <a:ext cx="142347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chemeClr val="bg1"/>
                </a:solidFill>
              </a:rPr>
              <a:t>Sunset+1h</a:t>
            </a:r>
          </a:p>
        </p:txBody>
      </p:sp>
      <p:sp>
        <p:nvSpPr>
          <p:cNvPr id="28" name="Arc Inner">
            <a:extLst>
              <a:ext uri="{FF2B5EF4-FFF2-40B4-BE49-F238E27FC236}">
                <a16:creationId xmlns:a16="http://schemas.microsoft.com/office/drawing/2014/main" id="{3E1A6674-6926-95F8-3120-82BB5845B47A}"/>
              </a:ext>
            </a:extLst>
          </p:cNvPr>
          <p:cNvSpPr/>
          <p:nvPr/>
        </p:nvSpPr>
        <p:spPr>
          <a:xfrm>
            <a:off x="4632960" y="1965960"/>
            <a:ext cx="2926080" cy="2926080"/>
          </a:xfrm>
          <a:prstGeom prst="arc">
            <a:avLst>
              <a:gd name="adj1" fmla="val 11263135"/>
              <a:gd name="adj2" fmla="val 20990587"/>
            </a:avLst>
          </a:prstGeom>
          <a:ln w="30480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7" name="TextBox Inner">
            <a:extLst>
              <a:ext uri="{FF2B5EF4-FFF2-40B4-BE49-F238E27FC236}">
                <a16:creationId xmlns:a16="http://schemas.microsoft.com/office/drawing/2014/main" id="{C6B74F49-876F-3545-B173-99AFE083E7F0}"/>
              </a:ext>
            </a:extLst>
          </p:cNvPr>
          <p:cNvSpPr txBox="1"/>
          <p:nvPr/>
        </p:nvSpPr>
        <p:spPr>
          <a:xfrm>
            <a:off x="4632960" y="2011680"/>
            <a:ext cx="2926080" cy="2926080"/>
          </a:xfrm>
          <a:prstGeom prst="rect">
            <a:avLst/>
          </a:prstGeom>
          <a:noFill/>
        </p:spPr>
        <p:txBody>
          <a:bodyPr wrap="square" rtlCol="0">
            <a:prstTxWarp prst="textArchUp">
              <a:avLst>
                <a:gd name="adj" fmla="val 11134535"/>
              </a:avLst>
            </a:prstTxWarp>
            <a:spAutoFit/>
          </a:bodyPr>
          <a:lstStyle/>
          <a:p>
            <a:pPr algn="ctr"/>
            <a:r>
              <a:rPr lang="en-US" sz="2400" b="1" dirty="0"/>
              <a:t>Night Currency</a:t>
            </a:r>
          </a:p>
        </p:txBody>
      </p:sp>
      <p:sp>
        <p:nvSpPr>
          <p:cNvPr id="18" name="Arc Middle">
            <a:extLst>
              <a:ext uri="{FF2B5EF4-FFF2-40B4-BE49-F238E27FC236}">
                <a16:creationId xmlns:a16="http://schemas.microsoft.com/office/drawing/2014/main" id="{4FFB7B98-2C7D-8AA5-51B5-A51414306DA6}"/>
              </a:ext>
            </a:extLst>
          </p:cNvPr>
          <p:cNvSpPr/>
          <p:nvPr/>
        </p:nvSpPr>
        <p:spPr>
          <a:xfrm>
            <a:off x="4267200" y="1600200"/>
            <a:ext cx="3657600" cy="3657600"/>
          </a:xfrm>
          <a:prstGeom prst="arc">
            <a:avLst>
              <a:gd name="adj1" fmla="val 10107768"/>
              <a:gd name="adj2" fmla="val 651427"/>
            </a:avLst>
          </a:prstGeom>
          <a:ln w="3048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tIns="1828800" bIns="91440" rtlCol="0" anchor="ctr"/>
          <a:lstStyle/>
          <a:p>
            <a:pPr algn="ctr"/>
            <a:endParaRPr lang="en-US" dirty="0"/>
          </a:p>
        </p:txBody>
      </p:sp>
      <p:sp>
        <p:nvSpPr>
          <p:cNvPr id="19" name="TextBox Middle">
            <a:extLst>
              <a:ext uri="{FF2B5EF4-FFF2-40B4-BE49-F238E27FC236}">
                <a16:creationId xmlns:a16="http://schemas.microsoft.com/office/drawing/2014/main" id="{F905C32B-9C05-E262-0616-23CEC04E6647}"/>
              </a:ext>
            </a:extLst>
          </p:cNvPr>
          <p:cNvSpPr txBox="1"/>
          <p:nvPr/>
        </p:nvSpPr>
        <p:spPr>
          <a:xfrm>
            <a:off x="4315968" y="1645920"/>
            <a:ext cx="3566160" cy="3657600"/>
          </a:xfrm>
          <a:prstGeom prst="rect">
            <a:avLst/>
          </a:prstGeom>
          <a:noFill/>
        </p:spPr>
        <p:txBody>
          <a:bodyPr wrap="square" lIns="914400" tIns="914400" rIns="914400" bIns="914400" rtlCol="0" anchor="t" anchorCtr="0">
            <a:prstTxWarp prst="textArchUp">
              <a:avLst>
                <a:gd name="adj" fmla="val 6940555"/>
              </a:avLst>
            </a:prstTxWarp>
            <a:spAutoFit/>
          </a:bodyPr>
          <a:lstStyle/>
          <a:p>
            <a:pPr algn="ctr"/>
            <a:r>
              <a:rPr lang="en-US" sz="2400" b="1" dirty="0">
                <a:solidFill>
                  <a:schemeClr val="bg1"/>
                </a:solidFill>
              </a:rPr>
              <a:t>Log Night – Sport Pilot Night</a:t>
            </a:r>
          </a:p>
        </p:txBody>
      </p:sp>
      <p:sp>
        <p:nvSpPr>
          <p:cNvPr id="25" name="Arc Outer">
            <a:extLst>
              <a:ext uri="{FF2B5EF4-FFF2-40B4-BE49-F238E27FC236}">
                <a16:creationId xmlns:a16="http://schemas.microsoft.com/office/drawing/2014/main" id="{3D657005-8892-9369-BABA-960C0B281758}"/>
              </a:ext>
            </a:extLst>
          </p:cNvPr>
          <p:cNvSpPr/>
          <p:nvPr/>
        </p:nvSpPr>
        <p:spPr>
          <a:xfrm>
            <a:off x="3901440" y="1234440"/>
            <a:ext cx="4389120" cy="4389120"/>
          </a:xfrm>
          <a:prstGeom prst="arc">
            <a:avLst>
              <a:gd name="adj1" fmla="val 9492590"/>
              <a:gd name="adj2" fmla="val 1343145"/>
            </a:avLst>
          </a:prstGeom>
          <a:ln w="304800">
            <a:solidFill>
              <a:srgbClr val="46B1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6" name="TextBox Outer">
            <a:extLst>
              <a:ext uri="{FF2B5EF4-FFF2-40B4-BE49-F238E27FC236}">
                <a16:creationId xmlns:a16="http://schemas.microsoft.com/office/drawing/2014/main" id="{59B94DC3-A14A-4B3F-F8A2-A674DED3BDB8}"/>
              </a:ext>
            </a:extLst>
          </p:cNvPr>
          <p:cNvSpPr txBox="1"/>
          <p:nvPr/>
        </p:nvSpPr>
        <p:spPr>
          <a:xfrm>
            <a:off x="3901440" y="1280160"/>
            <a:ext cx="4389120" cy="4389120"/>
          </a:xfrm>
          <a:prstGeom prst="rect">
            <a:avLst/>
          </a:prstGeom>
          <a:noFill/>
        </p:spPr>
        <p:txBody>
          <a:bodyPr wrap="square" rtlCol="0">
            <a:prstTxWarp prst="textArchUp">
              <a:avLst>
                <a:gd name="adj" fmla="val 5498925"/>
              </a:avLst>
            </a:prstTxWarp>
            <a:spAutoFit/>
          </a:bodyPr>
          <a:lstStyle/>
          <a:p>
            <a:pPr algn="ctr"/>
            <a:r>
              <a:rPr lang="en-US" sz="2400" b="1" dirty="0"/>
              <a:t>Position &amp; Anticollision Lights</a:t>
            </a:r>
          </a:p>
        </p:txBody>
      </p:sp>
    </p:spTree>
    <p:extLst>
      <p:ext uri="{BB962C8B-B14F-4D97-AF65-F5344CB8AC3E}">
        <p14:creationId xmlns:p14="http://schemas.microsoft.com/office/powerpoint/2010/main" val="38958983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317</TotalTime>
  <Words>144</Words>
  <Application>Microsoft Macintosh PowerPoint</Application>
  <PresentationFormat>Widescreen</PresentationFormat>
  <Paragraphs>50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Jollant, JC</dc:creator>
  <cp:lastModifiedBy>Jollant, JC</cp:lastModifiedBy>
  <cp:revision>13</cp:revision>
  <dcterms:created xsi:type="dcterms:W3CDTF">2025-06-09T16:07:08Z</dcterms:created>
  <dcterms:modified xsi:type="dcterms:W3CDTF">2025-10-09T15:24:50Z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929eed6f-34eb-4453-9f97-09510b9b219f_Enabled">
    <vt:lpwstr>true</vt:lpwstr>
  </property>
  <property fmtid="{D5CDD505-2E9C-101B-9397-08002B2CF9AE}" pid="3" name="MSIP_Label_929eed6f-34eb-4453-9f97-09510b9b219f_SetDate">
    <vt:lpwstr>2025-06-09T16:32:55Z</vt:lpwstr>
  </property>
  <property fmtid="{D5CDD505-2E9C-101B-9397-08002B2CF9AE}" pid="4" name="MSIP_Label_929eed6f-34eb-4453-9f97-09510b9b219f_Method">
    <vt:lpwstr>Standard</vt:lpwstr>
  </property>
  <property fmtid="{D5CDD505-2E9C-101B-9397-08002B2CF9AE}" pid="5" name="MSIP_Label_929eed6f-34eb-4453-9f97-09510b9b219f_Name">
    <vt:lpwstr>Amazon Pending_Classification</vt:lpwstr>
  </property>
  <property fmtid="{D5CDD505-2E9C-101B-9397-08002B2CF9AE}" pid="6" name="MSIP_Label_929eed6f-34eb-4453-9f97-09510b9b219f_SiteId">
    <vt:lpwstr>5280104a-472d-4538-9ccf-1e1d0efe8b1b</vt:lpwstr>
  </property>
  <property fmtid="{D5CDD505-2E9C-101B-9397-08002B2CF9AE}" pid="7" name="MSIP_Label_929eed6f-34eb-4453-9f97-09510b9b219f_ActionId">
    <vt:lpwstr>62cb115c-62f3-46de-8d7c-a35b58cb2c0c</vt:lpwstr>
  </property>
  <property fmtid="{D5CDD505-2E9C-101B-9397-08002B2CF9AE}" pid="8" name="MSIP_Label_929eed6f-34eb-4453-9f97-09510b9b219f_ContentBits">
    <vt:lpwstr>0</vt:lpwstr>
  </property>
  <property fmtid="{D5CDD505-2E9C-101B-9397-08002B2CF9AE}" pid="9" name="MSIP_Label_929eed6f-34eb-4453-9f97-09510b9b219f_Tag">
    <vt:lpwstr>50, 3, 0, 1</vt:lpwstr>
  </property>
</Properties>
</file>