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0" r:id="rId4"/>
    <p:sldId id="264" r:id="rId5"/>
    <p:sldId id="258" r:id="rId6"/>
    <p:sldId id="261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7E287F"/>
    <a:srgbClr val="FF52FF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03"/>
    <p:restoredTop sz="94664"/>
  </p:normalViewPr>
  <p:slideViewPr>
    <p:cSldViewPr snapToGrid="0">
      <p:cViewPr varScale="1">
        <p:scale>
          <a:sx n="151" d="100"/>
          <a:sy n="151" d="100"/>
        </p:scale>
        <p:origin x="560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D5609-1730-904A-B815-DF633E0B1232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432D0-B394-C346-AAC1-BB230118B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29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52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16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</a:t>
            </a:r>
            <a:r>
              <a:rPr lang="en-US" b="1" dirty="0"/>
              <a:t>A.V.E.F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MEA, Expected, Assigned)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770D74-0530-7A05-5244-670C08A7B339}"/>
              </a:ext>
            </a:extLst>
          </p:cNvPr>
          <p:cNvSpPr txBox="1"/>
          <p:nvPr/>
        </p:nvSpPr>
        <p:spPr>
          <a:xfrm>
            <a:off x="5321345" y="3058676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Assigned &gt; Vectors &gt; Expected &gt; Filed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4B10-A949-F9C9-82C0-DD66B82F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8C154A-315C-2B8C-228D-993F3016EBA3}"/>
              </a:ext>
            </a:extLst>
          </p:cNvPr>
          <p:cNvSpPr/>
          <p:nvPr/>
        </p:nvSpPr>
        <p:spPr>
          <a:xfrm>
            <a:off x="3546554" y="2645848"/>
            <a:ext cx="3291840" cy="3291840"/>
          </a:xfrm>
          <a:prstGeom prst="rect">
            <a:avLst/>
          </a:prstGeom>
          <a:noFill/>
          <a:ln w="381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2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MVFR</a:t>
            </a:r>
            <a:endParaRPr lang="en-US" sz="2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07277C-10B1-2411-220E-DF1479CA07B3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600" b="1" dirty="0">
                <a:solidFill>
                  <a:schemeClr val="tx1"/>
                </a:solidFill>
              </a:rPr>
              <a:t>VFR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06A37E-76BB-7442-50CA-5D836BBDA070}"/>
              </a:ext>
            </a:extLst>
          </p:cNvPr>
          <p:cNvSpPr/>
          <p:nvPr/>
        </p:nvSpPr>
        <p:spPr>
          <a:xfrm>
            <a:off x="3546554" y="3743128"/>
            <a:ext cx="2194560" cy="2194560"/>
          </a:xfrm>
          <a:prstGeom prst="rect">
            <a:avLst/>
          </a:prstGeom>
          <a:solidFill>
            <a:srgbClr val="FF0000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IFR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50C53-36F0-F581-2084-F3A7A89BC6CC}"/>
              </a:ext>
            </a:extLst>
          </p:cNvPr>
          <p:cNvSpPr txBox="1"/>
          <p:nvPr/>
        </p:nvSpPr>
        <p:spPr>
          <a:xfrm>
            <a:off x="3561907" y="436339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500ft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39A75-1C3E-1E40-90F3-9566EFC271D1}"/>
              </a:ext>
            </a:extLst>
          </p:cNvPr>
          <p:cNvSpPr txBox="1"/>
          <p:nvPr/>
        </p:nvSpPr>
        <p:spPr>
          <a:xfrm rot="5400000">
            <a:off x="4269589" y="508544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1sm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EFEB7-98D2-2940-14B3-CA2E504356A5}"/>
              </a:ext>
            </a:extLst>
          </p:cNvPr>
          <p:cNvSpPr/>
          <p:nvPr/>
        </p:nvSpPr>
        <p:spPr>
          <a:xfrm>
            <a:off x="3546554" y="4840408"/>
            <a:ext cx="1097280" cy="1097280"/>
          </a:xfrm>
          <a:prstGeom prst="rect">
            <a:avLst/>
          </a:prstGeom>
          <a:solidFill>
            <a:srgbClr val="FF52FF"/>
          </a:solidFill>
          <a:ln w="38100">
            <a:solidFill>
              <a:srgbClr val="7E2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LIFR</a:t>
            </a:r>
            <a:endParaRPr 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6677B5-88D0-AAFB-5702-FAC4039CFA57}"/>
              </a:ext>
            </a:extLst>
          </p:cNvPr>
          <p:cNvSpPr txBox="1"/>
          <p:nvPr/>
        </p:nvSpPr>
        <p:spPr>
          <a:xfrm>
            <a:off x="3561907" y="326611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ADCDFE-2D0C-C107-1382-A7521DCF6184}"/>
              </a:ext>
            </a:extLst>
          </p:cNvPr>
          <p:cNvSpPr txBox="1"/>
          <p:nvPr/>
        </p:nvSpPr>
        <p:spPr>
          <a:xfrm>
            <a:off x="3561907" y="2146863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3,000ft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648E87-1D4E-5906-0318-4C0B87954CC7}"/>
              </a:ext>
            </a:extLst>
          </p:cNvPr>
          <p:cNvSpPr txBox="1"/>
          <p:nvPr/>
        </p:nvSpPr>
        <p:spPr>
          <a:xfrm rot="5400000">
            <a:off x="5366134" y="5085448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3sm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6D325-585C-4675-A445-96D479FE1678}"/>
              </a:ext>
            </a:extLst>
          </p:cNvPr>
          <p:cNvSpPr txBox="1"/>
          <p:nvPr/>
        </p:nvSpPr>
        <p:spPr>
          <a:xfrm rot="5400000">
            <a:off x="6462679" y="5085449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5sm</a:t>
            </a:r>
          </a:p>
        </p:txBody>
      </p:sp>
    </p:spTree>
    <p:extLst>
      <p:ext uri="{BB962C8B-B14F-4D97-AF65-F5344CB8AC3E}">
        <p14:creationId xmlns:p14="http://schemas.microsoft.com/office/powerpoint/2010/main" val="296317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EFF6942-609B-1611-787B-5BDE36149411}"/>
              </a:ext>
            </a:extLst>
          </p:cNvPr>
          <p:cNvSpPr/>
          <p:nvPr/>
        </p:nvSpPr>
        <p:spPr>
          <a:xfrm>
            <a:off x="7729771" y="1781413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62270-F254-427D-007F-B38B33A43B2E}"/>
              </a:ext>
            </a:extLst>
          </p:cNvPr>
          <p:cNvSpPr/>
          <p:nvPr/>
        </p:nvSpPr>
        <p:spPr>
          <a:xfrm>
            <a:off x="1562980" y="177782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A4D178-2E0D-4861-252B-3120FF39F6D9}"/>
              </a:ext>
            </a:extLst>
          </p:cNvPr>
          <p:cNvSpPr/>
          <p:nvPr/>
        </p:nvSpPr>
        <p:spPr>
          <a:xfrm>
            <a:off x="1562982" y="871879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AB8-EAF1-01A2-53FF-FB44D1CE7FA1}"/>
              </a:ext>
            </a:extLst>
          </p:cNvPr>
          <p:cNvSpPr txBox="1"/>
          <p:nvPr/>
        </p:nvSpPr>
        <p:spPr>
          <a:xfrm>
            <a:off x="-312779" y="2467257"/>
            <a:ext cx="1913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Cruise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58C86-456F-2D93-CC7F-96AC6F1884C2}"/>
              </a:ext>
            </a:extLst>
          </p:cNvPr>
          <p:cNvSpPr txBox="1"/>
          <p:nvPr/>
        </p:nvSpPr>
        <p:spPr>
          <a:xfrm>
            <a:off x="-198478" y="687213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41F6B-46E0-3B0F-9016-3ABEED65756C}"/>
              </a:ext>
            </a:extLst>
          </p:cNvPr>
          <p:cNvSpPr txBox="1"/>
          <p:nvPr/>
        </p:nvSpPr>
        <p:spPr>
          <a:xfrm>
            <a:off x="331596" y="1609775"/>
            <a:ext cx="12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2C8A6-187D-6BFC-6C27-F73D07C24142}"/>
              </a:ext>
            </a:extLst>
          </p:cNvPr>
          <p:cNvSpPr txBox="1"/>
          <p:nvPr/>
        </p:nvSpPr>
        <p:spPr>
          <a:xfrm>
            <a:off x="-198478" y="3429000"/>
            <a:ext cx="1761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-50ft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18F4D-697A-44B4-C945-C47D4831FE91}"/>
              </a:ext>
            </a:extLst>
          </p:cNvPr>
          <p:cNvSpPr txBox="1"/>
          <p:nvPr/>
        </p:nvSpPr>
        <p:spPr>
          <a:xfrm>
            <a:off x="-236578" y="4337167"/>
            <a:ext cx="17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-100ft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2E2AE0-B4BC-C713-0571-8C8046384B8D}"/>
              </a:ext>
            </a:extLst>
          </p:cNvPr>
          <p:cNvSpPr/>
          <p:nvPr/>
        </p:nvSpPr>
        <p:spPr>
          <a:xfrm>
            <a:off x="7728101" y="861243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5029F2-0121-32F4-FEFA-B769DC80F380}"/>
              </a:ext>
            </a:extLst>
          </p:cNvPr>
          <p:cNvSpPr txBox="1"/>
          <p:nvPr/>
        </p:nvSpPr>
        <p:spPr>
          <a:xfrm>
            <a:off x="5966641" y="676577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D20C3-B059-AAB8-2E85-8C65478AEA5F}"/>
              </a:ext>
            </a:extLst>
          </p:cNvPr>
          <p:cNvSpPr txBox="1"/>
          <p:nvPr/>
        </p:nvSpPr>
        <p:spPr>
          <a:xfrm>
            <a:off x="5966639" y="2467257"/>
            <a:ext cx="1761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Minimums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BE6DB-FAF9-722A-36A5-456ECF7C34DC}"/>
              </a:ext>
            </a:extLst>
          </p:cNvPr>
          <p:cNvSpPr/>
          <p:nvPr/>
        </p:nvSpPr>
        <p:spPr>
          <a:xfrm>
            <a:off x="1563624" y="269748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61D42-F98B-878A-4341-EF7C1E429B78}"/>
              </a:ext>
            </a:extLst>
          </p:cNvPr>
          <p:cNvSpPr/>
          <p:nvPr/>
        </p:nvSpPr>
        <p:spPr>
          <a:xfrm>
            <a:off x="1562980" y="3607433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A62FE-B716-F383-3E6B-8B3B407FD53C}"/>
              </a:ext>
            </a:extLst>
          </p:cNvPr>
          <p:cNvSpPr txBox="1"/>
          <p:nvPr/>
        </p:nvSpPr>
        <p:spPr>
          <a:xfrm>
            <a:off x="622997" y="2055266"/>
            <a:ext cx="939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3DF99C-1658-4802-6092-5966EA86EE15}"/>
              </a:ext>
            </a:extLst>
          </p:cNvPr>
          <p:cNvCxnSpPr>
            <a:cxnSpLocks/>
          </p:cNvCxnSpPr>
          <p:nvPr/>
        </p:nvCxnSpPr>
        <p:spPr>
          <a:xfrm>
            <a:off x="1565074" y="2706576"/>
            <a:ext cx="3251470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BA1F3B-00E0-0305-C558-47D1C0A3484B}"/>
              </a:ext>
            </a:extLst>
          </p:cNvPr>
          <p:cNvSpPr txBox="1"/>
          <p:nvPr/>
        </p:nvSpPr>
        <p:spPr>
          <a:xfrm>
            <a:off x="517944" y="2962570"/>
            <a:ext cx="10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-25ft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6973E-AC08-4CD2-88C4-F857C0910F80}"/>
              </a:ext>
            </a:extLst>
          </p:cNvPr>
          <p:cNvSpPr txBox="1"/>
          <p:nvPr/>
        </p:nvSpPr>
        <p:spPr>
          <a:xfrm>
            <a:off x="6893169" y="1609775"/>
            <a:ext cx="83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C4840-B5F3-497B-0B91-1EE4313B2BE8}"/>
              </a:ext>
            </a:extLst>
          </p:cNvPr>
          <p:cNvSpPr txBox="1"/>
          <p:nvPr/>
        </p:nvSpPr>
        <p:spPr>
          <a:xfrm>
            <a:off x="6788115" y="2055266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8753D5-388E-E3C6-E6A5-CB649A36196C}"/>
              </a:ext>
            </a:extLst>
          </p:cNvPr>
          <p:cNvSpPr txBox="1"/>
          <p:nvPr/>
        </p:nvSpPr>
        <p:spPr>
          <a:xfrm>
            <a:off x="6790402" y="1145462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+75ft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0E96B9-64ED-9AEF-E1F9-6481B2782C8D}"/>
              </a:ext>
            </a:extLst>
          </p:cNvPr>
          <p:cNvSpPr/>
          <p:nvPr/>
        </p:nvSpPr>
        <p:spPr>
          <a:xfrm>
            <a:off x="7728095" y="1317522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2DC3E6-0F91-7D69-B8EB-B42CB664245D}"/>
              </a:ext>
            </a:extLst>
          </p:cNvPr>
          <p:cNvSpPr/>
          <p:nvPr/>
        </p:nvSpPr>
        <p:spPr>
          <a:xfrm>
            <a:off x="7728096" y="2238657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9095E0-5EA8-14CC-F84B-9DA7740D68BA}"/>
              </a:ext>
            </a:extLst>
          </p:cNvPr>
          <p:cNvCxnSpPr>
            <a:cxnSpLocks/>
          </p:cNvCxnSpPr>
          <p:nvPr/>
        </p:nvCxnSpPr>
        <p:spPr>
          <a:xfrm>
            <a:off x="7728095" y="1774345"/>
            <a:ext cx="3253565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7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254</Words>
  <Application>Microsoft Macintosh PowerPoint</Application>
  <PresentationFormat>Widescreen</PresentationFormat>
  <Paragraphs>122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23</cp:revision>
  <dcterms:created xsi:type="dcterms:W3CDTF">2025-06-09T16:07:08Z</dcterms:created>
  <dcterms:modified xsi:type="dcterms:W3CDTF">2025-12-03T16:09:40Z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